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38"/>
  </p:notesMasterIdLst>
  <p:sldIdLst>
    <p:sldId id="256" r:id="rId3"/>
    <p:sldId id="258" r:id="rId4"/>
    <p:sldId id="289" r:id="rId5"/>
    <p:sldId id="261" r:id="rId6"/>
    <p:sldId id="284" r:id="rId7"/>
    <p:sldId id="285" r:id="rId8"/>
    <p:sldId id="286" r:id="rId9"/>
    <p:sldId id="287" r:id="rId10"/>
    <p:sldId id="290" r:id="rId11"/>
    <p:sldId id="288" r:id="rId12"/>
    <p:sldId id="260" r:id="rId13"/>
    <p:sldId id="257" r:id="rId14"/>
    <p:sldId id="259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</p:sldIdLst>
  <p:sldSz cx="9144000" cy="5143500" type="screen16x9"/>
  <p:notesSz cx="6858000" cy="9144000"/>
  <p:embeddedFontLst>
    <p:embeddedFont>
      <p:font typeface="Hanken Grotesk" panose="020B0604020202020204" charset="0"/>
      <p:regular r:id="rId39"/>
      <p:bold r:id="rId40"/>
      <p:italic r:id="rId41"/>
      <p:boldItalic r:id="rId42"/>
    </p:embeddedFont>
    <p:embeddedFont>
      <p:font typeface="Inter" panose="020B0604020202020204" charset="0"/>
      <p:regular r:id="rId43"/>
      <p:bold r:id="rId44"/>
      <p:italic r:id="rId45"/>
      <p:boldItalic r:id="rId46"/>
    </p:embeddedFont>
    <p:embeddedFont>
      <p:font typeface="Open Sans" panose="020B0606030504020204" pitchFamily="34" charset="0"/>
      <p:regular r:id="rId47"/>
      <p:bold r:id="rId48"/>
      <p:italic r:id="rId49"/>
      <p:boldItalic r:id="rId50"/>
    </p:embeddedFont>
    <p:embeddedFont>
      <p:font typeface="Raleway" pitchFamily="2" charset="0"/>
      <p:regular r:id="rId51"/>
      <p:bold r:id="rId52"/>
      <p:italic r:id="rId53"/>
      <p:boldItalic r:id="rId54"/>
    </p:embeddedFont>
    <p:embeddedFont>
      <p:font typeface="Unbounded Black" panose="020B0604020202020204" charset="0"/>
      <p:bold r:id="rId55"/>
    </p:embeddedFont>
    <p:embeddedFont>
      <p:font typeface="Unbounded ExtraBold" panose="020B0604020202020204" charset="0"/>
      <p:bold r:id="rId56"/>
    </p:embeddedFont>
    <p:embeddedFont>
      <p:font typeface="Unbounded Light" panose="020B0604020202020204" charset="0"/>
      <p:regular r:id="rId57"/>
      <p:bold r:id="rId58"/>
    </p:embeddedFont>
    <p:embeddedFont>
      <p:font typeface="Unbounded SemiBold" panose="020B0604020202020204" charset="0"/>
      <p:regular r:id="rId59"/>
      <p:bold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41E1DA-0E7E-4427-A882-D53DB186420E}" v="5" dt="2026-05-05T14:32:33.033"/>
    <p1510:client id="{99B08BFF-F03B-4D7C-BADE-93C75A1F3C99}" v="13" dt="2026-05-05T06:45:48.418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32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font" Target="fonts/font17.fntdata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font" Target="fonts/font20.fntdata"/><Relationship Id="rId66" Type="http://schemas.microsoft.com/office/2015/10/relationships/revisionInfo" Target="revisionInfo.xml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font" Target="fonts/font18.fntdata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font" Target="fonts/font13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59" Type="http://schemas.openxmlformats.org/officeDocument/2006/relationships/font" Target="fonts/font21.fntdata"/><Relationship Id="rId20" Type="http://schemas.openxmlformats.org/officeDocument/2006/relationships/slide" Target="slides/slide18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1.fntdata"/><Relationship Id="rId57" Type="http://schemas.openxmlformats.org/officeDocument/2006/relationships/font" Target="fonts/font19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openxmlformats.org/officeDocument/2006/relationships/font" Target="fonts/font22.fntdata"/><Relationship Id="rId65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عاتكة حسين" userId="fe49f7f5aa8d367f" providerId="LiveId" clId="{4C6FC45E-27A4-42DE-8268-3601E26E42C9}"/>
    <pc:docChg chg="modSld">
      <pc:chgData name="عاتكة حسين" userId="fe49f7f5aa8d367f" providerId="LiveId" clId="{4C6FC45E-27A4-42DE-8268-3601E26E42C9}" dt="2026-05-05T14:32:33.033" v="4"/>
      <pc:docMkLst>
        <pc:docMk/>
      </pc:docMkLst>
      <pc:sldChg chg="modSp modNotes">
        <pc:chgData name="عاتكة حسين" userId="fe49f7f5aa8d367f" providerId="LiveId" clId="{4C6FC45E-27A4-42DE-8268-3601E26E42C9}" dt="2026-05-05T14:32:33.033" v="4"/>
        <pc:sldMkLst>
          <pc:docMk/>
          <pc:sldMk cId="0" sldId="258"/>
        </pc:sldMkLst>
        <pc:spChg chg="mod">
          <ac:chgData name="عاتكة حسين" userId="fe49f7f5aa8d367f" providerId="LiveId" clId="{4C6FC45E-27A4-42DE-8268-3601E26E42C9}" dt="2026-05-05T14:31:28.358" v="0"/>
          <ac:spMkLst>
            <pc:docMk/>
            <pc:sldMk cId="0" sldId="258"/>
            <ac:spMk id="154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43.111" v="1"/>
          <ac:spMkLst>
            <pc:docMk/>
            <pc:sldMk cId="0" sldId="258"/>
            <ac:spMk id="155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53.702" v="2"/>
          <ac:spMkLst>
            <pc:docMk/>
            <pc:sldMk cId="0" sldId="258"/>
            <ac:spMk id="156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04.850" v="3"/>
          <ac:spMkLst>
            <pc:docMk/>
            <pc:sldMk cId="0" sldId="258"/>
            <ac:spMk id="157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33.033" v="4"/>
          <ac:spMkLst>
            <pc:docMk/>
            <pc:sldMk cId="0" sldId="258"/>
            <ac:spMk id="158" creationId="{00000000-0000-0000-0000-000000000000}"/>
          </ac:spMkLst>
        </pc:spChg>
      </pc:sldChg>
    </pc:docChg>
  </pc:docChgLst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5T07:00:18.446" v="646" actId="108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delSp modSp mod ord">
        <pc:chgData name="أنفال احمد بن حسين السحيب" userId="03285ef5-c520-4680-98af-1ef0f48fabfd" providerId="ADAL" clId="{43815909-3123-4CD8-892B-036A23FF00BC}" dt="2026-05-05T06:59:09.100" v="642"/>
        <pc:sldMkLst>
          <pc:docMk/>
          <pc:sldMk cId="0" sldId="260"/>
        </pc:sldMkLst>
        <pc:spChg chg="mod">
          <ac:chgData name="أنفال احمد بن حسين السحيب" userId="03285ef5-c520-4680-98af-1ef0f48fabfd" providerId="ADAL" clId="{43815909-3123-4CD8-892B-036A23FF00BC}" dt="2026-05-05T06:59:05.670" v="640" actId="1076"/>
          <ac:spMkLst>
            <pc:docMk/>
            <pc:sldMk cId="0" sldId="260"/>
            <ac:spMk id="182" creationId="{00000000-0000-0000-0000-000000000000}"/>
          </ac:spMkLst>
        </pc:spChg>
        <pc:spChg chg="del mod">
          <ac:chgData name="أنفال احمد بن حسين السحيب" userId="03285ef5-c520-4680-98af-1ef0f48fabfd" providerId="ADAL" clId="{43815909-3123-4CD8-892B-036A23FF00BC}" dt="2026-05-05T06:59:00.274" v="639" actId="478"/>
          <ac:spMkLst>
            <pc:docMk/>
            <pc:sldMk cId="0" sldId="260"/>
            <ac:spMk id="183" creationId="{00000000-0000-0000-0000-000000000000}"/>
          </ac:spMkLst>
        </pc:spChg>
      </pc:sldChg>
      <pc:sldChg chg="addSp modSp mod">
        <pc:chgData name="أنفال احمد بن حسين السحيب" userId="03285ef5-c520-4680-98af-1ef0f48fabfd" providerId="ADAL" clId="{43815909-3123-4CD8-892B-036A23FF00BC}" dt="2026-05-05T05:23:48.103" v="147" actId="1076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mod">
        <pc:chgData name="أنفال احمد بن حسين السحيب" userId="03285ef5-c520-4680-98af-1ef0f48fabfd" providerId="ADAL" clId="{43815909-3123-4CD8-892B-036A23FF00BC}" dt="2026-05-05T06:58:12.194" v="611" actId="478"/>
        <pc:sldMkLst>
          <pc:docMk/>
          <pc:sldMk cId="0" sldId="265"/>
        </pc:sldMkLst>
        <pc:spChg chg="add del mod">
          <ac:chgData name="أنفال احمد بن حسين السحيب" userId="03285ef5-c520-4680-98af-1ef0f48fabfd" providerId="ADAL" clId="{43815909-3123-4CD8-892B-036A23FF00BC}" dt="2026-05-05T06:58:04.342" v="610" actId="478"/>
          <ac:spMkLst>
            <pc:docMk/>
            <pc:sldMk cId="0" sldId="265"/>
            <ac:spMk id="3" creationId="{4B954973-BC45-AA23-C8D2-9409BEB24B62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00.989" v="609" actId="478"/>
          <ac:spMkLst>
            <pc:docMk/>
            <pc:sldMk cId="0" sldId="265"/>
            <ac:spMk id="242" creationId="{00000000-0000-0000-0000-000000000000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12.194" v="611" actId="478"/>
          <ac:spMkLst>
            <pc:docMk/>
            <pc:sldMk cId="0" sldId="265"/>
            <ac:spMk id="25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7:00:18.446" v="646" actId="108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7:00:09.497" v="644" actId="108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7:00:18.446" v="646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35:29.564" v="279" actId="20577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35:29.564" v="279" actId="20577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5T05:02:48.170" v="82" actId="207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07:43.580" v="299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46:17.318" v="298" actId="1076"/>
          <ac:spMkLst>
            <pc:docMk/>
            <pc:sldMk cId="2924868477" sldId="286"/>
            <ac:spMk id="4" creationId="{FD9522F0-A7ED-359F-E75F-45F673D14AB3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07:43.580" v="299" actId="1076"/>
          <ac:spMkLst>
            <pc:docMk/>
            <pc:sldMk cId="2924868477" sldId="286"/>
            <ac:spMk id="9" creationId="{ECD9D400-82CA-F641-6231-394BB000917A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44:28.172" v="285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48:04.988" v="445" actId="1076"/>
        <pc:sldMkLst>
          <pc:docMk/>
          <pc:sldMk cId="870106185" sldId="287"/>
        </pc:sldMkLst>
        <pc:spChg chg="add mod">
          <ac:chgData name="أنفال احمد بن حسين السحيب" userId="03285ef5-c520-4680-98af-1ef0f48fabfd" providerId="ADAL" clId="{43815909-3123-4CD8-892B-036A23FF00BC}" dt="2026-05-05T06:13:36.471" v="362" actId="20577"/>
          <ac:spMkLst>
            <pc:docMk/>
            <pc:sldMk cId="870106185" sldId="287"/>
            <ac:spMk id="5" creationId="{A6B1443C-1F67-B120-0FF2-77C30935A43A}"/>
          </ac:spMkLst>
        </pc:spChg>
        <pc:spChg chg="add del">
          <ac:chgData name="أنفال احمد بن حسين السحيب" userId="03285ef5-c520-4680-98af-1ef0f48fabfd" providerId="ADAL" clId="{43815909-3123-4CD8-892B-036A23FF00BC}" dt="2026-05-05T06:12:18.738" v="310" actId="22"/>
          <ac:spMkLst>
            <pc:docMk/>
            <pc:sldMk cId="870106185" sldId="287"/>
            <ac:spMk id="7" creationId="{D04A9DED-19FD-049A-CB44-7EB9AA188E8A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13:48.386" v="363" actId="1076"/>
          <ac:spMkLst>
            <pc:docMk/>
            <pc:sldMk cId="870106185" sldId="287"/>
            <ac:spMk id="9" creationId="{1A900C2A-CE71-9D2A-AE8A-46D098E9D98F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 modCrop">
          <ac:chgData name="أنفال احمد بن حسين السحيب" userId="03285ef5-c520-4680-98af-1ef0f48fabfd" providerId="ADAL" clId="{43815909-3123-4CD8-892B-036A23FF00BC}" dt="2026-05-05T06:48:04.988" v="445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52:54.125" v="608" actId="20577"/>
        <pc:sldMkLst>
          <pc:docMk/>
          <pc:sldMk cId="2105123231" sldId="288"/>
        </pc:sldMkLst>
        <pc:spChg chg="add mod">
          <ac:chgData name="أنفال احمد بن حسين السحيب" userId="03285ef5-c520-4680-98af-1ef0f48fabfd" providerId="ADAL" clId="{43815909-3123-4CD8-892B-036A23FF00BC}" dt="2026-05-05T06:51:47.535" v="578" actId="113"/>
          <ac:spMkLst>
            <pc:docMk/>
            <pc:sldMk cId="2105123231" sldId="288"/>
            <ac:spMk id="5" creationId="{41C63B2C-0229-8F10-AB84-3BC3D16C0208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52:54.125" v="608" actId="20577"/>
          <ac:spMkLst>
            <pc:docMk/>
            <pc:sldMk cId="2105123231" sldId="288"/>
            <ac:spMk id="7" creationId="{C8A0EE8C-1DDD-A1CB-A9A6-437EDEF0DA4C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6:49:16.619" v="450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mod">
        <pc:chgData name="أنفال احمد بن حسين السحيب" userId="03285ef5-c520-4680-98af-1ef0f48fabfd" providerId="ADAL" clId="{43815909-3123-4CD8-892B-036A23FF00BC}" dt="2026-05-05T05:24:52.471" v="187" actId="20577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Sp modSp add mod">
        <pc:chgData name="أنفال احمد بن حسين السحيب" userId="03285ef5-c520-4680-98af-1ef0f48fabfd" providerId="ADAL" clId="{43815909-3123-4CD8-892B-036A23FF00BC}" dt="2026-05-05T06:47:36.090" v="443" actId="108"/>
        <pc:sldMkLst>
          <pc:docMk/>
          <pc:sldMk cId="127520181" sldId="290"/>
        </pc:sldMkLst>
        <pc:spChg chg="add mod">
          <ac:chgData name="أنفال احمد بن حسين السحيب" userId="03285ef5-c520-4680-98af-1ef0f48fabfd" providerId="ADAL" clId="{43815909-3123-4CD8-892B-036A23FF00BC}" dt="2026-05-05T06:44:33.377" v="391" actId="1076"/>
          <ac:spMkLst>
            <pc:docMk/>
            <pc:sldMk cId="127520181" sldId="290"/>
            <ac:spMk id="4" creationId="{4FDEE144-73AB-94B8-18E0-B97ABED7F70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2:34.165" v="374" actId="108"/>
          <ac:spMkLst>
            <pc:docMk/>
            <pc:sldMk cId="127520181" sldId="290"/>
            <ac:spMk id="5" creationId="{01D8252A-78ED-AB73-4DA8-C45249D21FCD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36.090" v="443" actId="108"/>
          <ac:spMkLst>
            <pc:docMk/>
            <pc:sldMk cId="127520181" sldId="290"/>
            <ac:spMk id="7" creationId="{DB23B76A-DBE9-2C16-F93E-FEFEC4B363B8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3:09.532" v="385" actId="14100"/>
          <ac:spMkLst>
            <pc:docMk/>
            <pc:sldMk cId="127520181" sldId="290"/>
            <ac:spMk id="9" creationId="{33FCC414-2FB7-14BF-FC9F-6432DBC966AB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05.051" v="439" actId="1076"/>
          <ac:spMkLst>
            <pc:docMk/>
            <pc:sldMk cId="127520181" sldId="290"/>
            <ac:spMk id="10" creationId="{EB987075-4BA6-A730-2CCE-833B2E77F824}"/>
          </ac:spMkLst>
        </pc:spChg>
        <pc:picChg chg="mod">
          <ac:chgData name="أنفال احمد بن حسين السحيب" userId="03285ef5-c520-4680-98af-1ef0f48fabfd" providerId="ADAL" clId="{43815909-3123-4CD8-892B-036A23FF00BC}" dt="2026-05-05T06:46:43.887" v="434" actId="1076"/>
          <ac:picMkLst>
            <pc:docMk/>
            <pc:sldMk cId="127520181" sldId="290"/>
            <ac:picMk id="3" creationId="{3FC36171-1353-57A6-1620-4D55B34F8AE6}"/>
          </ac:picMkLst>
        </pc:picChg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delSp modSp add del mod">
        <pc:chgData name="أنفال احمد بن حسين السحيب" userId="03285ef5-c520-4680-98af-1ef0f48fabfd" providerId="ADAL" clId="{43815909-3123-4CD8-892B-036A23FF00BC}" dt="2026-05-05T06:48:11.769" v="446" actId="2696"/>
        <pc:sldMkLst>
          <pc:docMk/>
          <pc:sldMk cId="1782132452" sldId="291"/>
        </pc:sldMkLst>
        <pc:spChg chg="del">
          <ac:chgData name="أنفال احمد بن حسين السحيب" userId="03285ef5-c520-4680-98af-1ef0f48fabfd" providerId="ADAL" clId="{43815909-3123-4CD8-892B-036A23FF00BC}" dt="2026-05-05T06:45:55.274" v="425" actId="478"/>
          <ac:spMkLst>
            <pc:docMk/>
            <pc:sldMk cId="1782132452" sldId="291"/>
            <ac:spMk id="4" creationId="{DD446CA9-3DFA-50E8-D514-6DF3F3CFCA1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8.418" v="424"/>
          <ac:spMkLst>
            <pc:docMk/>
            <pc:sldMk cId="1782132452" sldId="291"/>
            <ac:spMk id="5" creationId="{66130B4C-ADC3-0353-EF95-4D2751459287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3.360" v="414" actId="21"/>
          <ac:spMkLst>
            <pc:docMk/>
            <pc:sldMk cId="1782132452" sldId="291"/>
            <ac:spMk id="9" creationId="{88F590A2-27DC-6038-DF94-73C676F4EF7A}"/>
          </ac:spMkLst>
        </pc:spChg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4429AA-23D7-BCAC-2205-D4D9B227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F8FE2B5B-9B42-8042-E0E6-C539C52AF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F1A55DC6-2FFD-9598-CE2B-DBAD116BD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38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20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17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3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Introduction &amp; Problem Formulation</a:t>
            </a:r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Proposed Method / Approach</a:t>
            </a:r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System Design &amp; Workflow</a:t>
            </a:r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Dataset &amp; Experimental Setup</a:t>
            </a:r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/>
              <a:t>Implementation Details</a:t>
            </a:r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850C43E-491E-D573-3437-B3EEFB9485AC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dirty="0">
                <a:solidFill>
                  <a:schemeClr val="tx1"/>
                </a:solidFill>
              </a:rPr>
              <a:t>لازم نعرفهم </a:t>
            </a:r>
            <a:r>
              <a:rPr lang="ar-SA" dirty="0" err="1">
                <a:solidFill>
                  <a:schemeClr val="tx1"/>
                </a:solidFill>
              </a:rPr>
              <a:t>بالادوات</a:t>
            </a:r>
            <a:r>
              <a:rPr lang="ar-SA" dirty="0">
                <a:solidFill>
                  <a:schemeClr val="tx1"/>
                </a:solidFill>
              </a:rPr>
              <a:t> الثلاثة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586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015969" y="150943"/>
            <a:ext cx="6093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  <a:sym typeface="Raleway"/>
              </a:rPr>
              <a:t>compares the performance of different Explainable AI (XAI) tools in evaluating the key attributes for medical diagnosis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2195349" y="257797"/>
            <a:ext cx="64486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This table below provides an overview attribution methods provided by the </a:t>
            </a:r>
            <a:r>
              <a:rPr lang="en-GB" dirty="0" err="1">
                <a:solidFill>
                  <a:schemeClr val="tx1"/>
                </a:solidFill>
              </a:rPr>
              <a:t>Captum</a:t>
            </a:r>
            <a:r>
              <a:rPr lang="en-GB" dirty="0">
                <a:solidFill>
                  <a:schemeClr val="tx1"/>
                </a:solidFill>
              </a:rPr>
              <a:t> library for Explainable AI (XAI). These methods are designed to interpret the process of DNN.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04525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Applies the Integrated Gradients method multiple times with added Gaussian noise to the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657507" y="298061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b="1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1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D9D400-82CA-F641-6231-394BB000917A}"/>
              </a:ext>
            </a:extLst>
          </p:cNvPr>
          <p:cNvSpPr txBox="1"/>
          <p:nvPr/>
        </p:nvSpPr>
        <p:spPr>
          <a:xfrm>
            <a:off x="6301944" y="1230927"/>
            <a:ext cx="2943207" cy="324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rt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Agreement: When multiple methods highlight the same top feature (e.g., concave_points3), it increases the reliability and confidence in the explanation.</a:t>
            </a:r>
          </a:p>
          <a:p>
            <a:pPr lvl="0" rtl="0">
              <a:lnSpc>
                <a:spcPct val="150000"/>
              </a:lnSpc>
            </a:pP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Smoothing: Methods like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NoiseTunnel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 a cleaner, more stable view by filtering out minor statistical fluctuations.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253227" y="1149206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443C-1F67-B120-0FF2-77C30935A43A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Consistency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0C2A-CE71-9D2A-AE8A-46D098E9D98F}"/>
              </a:ext>
            </a:extLst>
          </p:cNvPr>
          <p:cNvSpPr txBox="1"/>
          <p:nvPr/>
        </p:nvSpPr>
        <p:spPr>
          <a:xfrm>
            <a:off x="5423335" y="836604"/>
            <a:ext cx="3414839" cy="425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 ↔ LIME (0.9515):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Very high agreement. This indicates that both tools provide nearly identical explanations.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SHAP/LIME ↔ 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(Low agreement):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shows a very different ranking compared to the others.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reveals that 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interprets the Neural Network's logic differently. In the project, this suggests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might be capturing complex internal relationships that SHAP and LIME  might miss.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3CF5413-7D29-E227-78FA-1CFEEBB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27C9610-5D34-0E96-0E60-91FEA41BB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36171-1353-57A6-1620-4D55B34F8A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73004" y="1181575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8252A-78ED-AB73-4DA8-C45249D21FCD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2. Fidelity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CC414-2FB7-14BF-FC9F-6432DBC966AB}"/>
              </a:ext>
            </a:extLst>
          </p:cNvPr>
          <p:cNvSpPr txBox="1"/>
          <p:nvPr/>
        </p:nvSpPr>
        <p:spPr>
          <a:xfrm>
            <a:off x="5826265" y="801545"/>
            <a:ext cx="30119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is a "What-if" test: we remove the top 5 features identified by each tool and observe the drop in model confidence. A higher score means the tool successfully identified the most critical features.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DEE144-73AB-94B8-18E0-B97ABED7F703}"/>
              </a:ext>
            </a:extLst>
          </p:cNvPr>
          <p:cNvSpPr txBox="1"/>
          <p:nvPr/>
        </p:nvSpPr>
        <p:spPr>
          <a:xfrm>
            <a:off x="5585528" y="2219698"/>
            <a:ext cx="5304328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(0.0394):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Highest score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among the three.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3B76A-DBE9-2C16-F93E-FEFEC4B363B8}"/>
              </a:ext>
            </a:extLst>
          </p:cNvPr>
          <p:cNvSpPr txBox="1"/>
          <p:nvPr/>
        </p:nvSpPr>
        <p:spPr>
          <a:xfrm>
            <a:off x="5956750" y="2998434"/>
            <a:ext cx="5496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3. Stability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87075-4BA6-A730-2CCE-833B2E77F824}"/>
              </a:ext>
            </a:extLst>
          </p:cNvPr>
          <p:cNvSpPr txBox="1"/>
          <p:nvPr/>
        </p:nvSpPr>
        <p:spPr>
          <a:xfrm>
            <a:off x="5642173" y="3306211"/>
            <a:ext cx="3461368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measures if the tool gives the same explanation when run multiple times (Lower = More Stable).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All Frameworks (0.00000):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 All tools are perfectly stable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0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42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C63B2C-0229-8F10-AB84-3BC3D16C0208}"/>
              </a:ext>
            </a:extLst>
          </p:cNvPr>
          <p:cNvSpPr txBox="1"/>
          <p:nvPr/>
        </p:nvSpPr>
        <p:spPr>
          <a:xfrm>
            <a:off x="2392915" y="523992"/>
            <a:ext cx="462520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LayerConductance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is an Explainable AI (XAI) tool used to </a:t>
            </a:r>
            <a:r>
              <a:rPr lang="en-GB" sz="1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analyze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the contribution of individual neurons within model layers toward the final decision.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A0EE8C-1DDD-A1CB-A9A6-437EDEF0DA4C}"/>
              </a:ext>
            </a:extLst>
          </p:cNvPr>
          <p:cNvSpPr txBox="1"/>
          <p:nvPr/>
        </p:nvSpPr>
        <p:spPr>
          <a:xfrm>
            <a:off x="5514362" y="1262656"/>
            <a:ext cx="3070483" cy="2902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It helps the Developer to gain 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Insight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Helps developers see which neurons are useless </a:t>
            </a: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Detecting Single-Neuron Dependency: If the decision relies on only one neuron, it reveals a model flaw.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076481" y="385140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Thank you for lisining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1602</Words>
  <Application>Microsoft Office PowerPoint</Application>
  <PresentationFormat>On-screen Show (16:9)</PresentationFormat>
  <Paragraphs>210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50" baseType="lpstr">
      <vt:lpstr>Symbol</vt:lpstr>
      <vt:lpstr>Inter</vt:lpstr>
      <vt:lpstr>Arial</vt:lpstr>
      <vt:lpstr>Raleway</vt:lpstr>
      <vt:lpstr>Calibri</vt:lpstr>
      <vt:lpstr>Unbounded SemiBold</vt:lpstr>
      <vt:lpstr>Unbounded Light</vt:lpstr>
      <vt:lpstr>Hanken Grotesk</vt:lpstr>
      <vt:lpstr>Courier New</vt:lpstr>
      <vt:lpstr>Open Sans</vt:lpstr>
      <vt:lpstr>Times New Roman</vt:lpstr>
      <vt:lpstr>Unbounded Black</vt:lpstr>
      <vt:lpstr>Unbounded ExtraBold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PowerPoint Presentation</vt:lpstr>
      <vt:lpstr>08  Result </vt:lpstr>
      <vt:lpstr>Cont..</vt:lpstr>
      <vt:lpstr>Cont..</vt:lpstr>
      <vt:lpstr>Cont..</vt:lpstr>
      <vt:lpstr>09  Disscussion </vt:lpstr>
      <vt:lpstr>09  Disscussion </vt:lpstr>
      <vt:lpstr>Cont..</vt:lpstr>
      <vt:lpstr>Thank you for lisining</vt:lpstr>
      <vt:lpstr>CONTENTS OF THIS TEMPLATES</vt:lpstr>
      <vt:lpstr>THIS IS A LONG TITLE TO CAPTIVATE THE AUDIENCE ATTENTION DURING PRESENTATION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عاتكة حسين</cp:lastModifiedBy>
  <cp:revision>1</cp:revision>
  <dcterms:modified xsi:type="dcterms:W3CDTF">2026-05-05T14:32:35Z</dcterms:modified>
</cp:coreProperties>
</file>