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9" r:id="rId1"/>
    <p:sldMasterId id="2147483670" r:id="rId2"/>
  </p:sldMasterIdLst>
  <p:notesMasterIdLst>
    <p:notesMasterId r:id="rId42"/>
  </p:notesMasterIdLst>
  <p:sldIdLst>
    <p:sldId id="256" r:id="rId3"/>
    <p:sldId id="258" r:id="rId4"/>
    <p:sldId id="292" r:id="rId5"/>
    <p:sldId id="291" r:id="rId6"/>
    <p:sldId id="293" r:id="rId7"/>
    <p:sldId id="294" r:id="rId8"/>
    <p:sldId id="295" r:id="rId9"/>
    <p:sldId id="261" r:id="rId10"/>
    <p:sldId id="284" r:id="rId11"/>
    <p:sldId id="285" r:id="rId12"/>
    <p:sldId id="286" r:id="rId13"/>
    <p:sldId id="287" r:id="rId14"/>
    <p:sldId id="290" r:id="rId15"/>
    <p:sldId id="288" r:id="rId16"/>
    <p:sldId id="260" r:id="rId17"/>
    <p:sldId id="257" r:id="rId18"/>
    <p:sldId id="259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</p:sldIdLst>
  <p:sldSz cx="9144000" cy="5143500" type="screen16x9"/>
  <p:notesSz cx="6858000" cy="9144000"/>
  <p:embeddedFontLst>
    <p:embeddedFont>
      <p:font typeface="Hanken Grotesk" panose="020B0604020202020204" charset="0"/>
      <p:regular r:id="rId43"/>
      <p:bold r:id="rId44"/>
      <p:italic r:id="rId45"/>
      <p:boldItalic r:id="rId46"/>
    </p:embeddedFont>
    <p:embeddedFont>
      <p:font typeface="Inter" panose="020B0604020202020204" charset="0"/>
      <p:regular r:id="rId47"/>
      <p:bold r:id="rId48"/>
      <p:italic r:id="rId49"/>
      <p:boldItalic r:id="rId50"/>
    </p:embeddedFont>
    <p:embeddedFont>
      <p:font typeface="Open Sans" panose="020B0606030504020204" pitchFamily="34" charset="0"/>
      <p:regular r:id="rId51"/>
      <p:bold r:id="rId52"/>
      <p:italic r:id="rId53"/>
      <p:boldItalic r:id="rId54"/>
    </p:embeddedFont>
    <p:embeddedFont>
      <p:font typeface="Raleway" pitchFamily="2" charset="0"/>
      <p:regular r:id="rId55"/>
      <p:bold r:id="rId56"/>
      <p:italic r:id="rId57"/>
      <p:boldItalic r:id="rId58"/>
    </p:embeddedFont>
    <p:embeddedFont>
      <p:font typeface="Unbounded Black" panose="020B0604020202020204" charset="0"/>
      <p:bold r:id="rId59"/>
    </p:embeddedFont>
    <p:embeddedFont>
      <p:font typeface="Unbounded ExtraBold" panose="020B0604020202020204" charset="0"/>
      <p:bold r:id="rId60"/>
    </p:embeddedFont>
    <p:embeddedFont>
      <p:font typeface="Unbounded Light" panose="020B0604020202020204" charset="0"/>
      <p:regular r:id="rId61"/>
      <p:bold r:id="rId62"/>
    </p:embeddedFont>
    <p:embeddedFont>
      <p:font typeface="Unbounded SemiBold" panose="020B0604020202020204" charset="0"/>
      <p:regular r:id="rId63"/>
      <p:bold r:id="rId6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41E1DA-0E7E-4427-A882-D53DB186420E}" v="18" dt="2026-05-05T14:45:31.156"/>
    <p1510:client id="{99B08BFF-F03B-4D7C-BADE-93C75A1F3C99}" v="15" dt="2026-05-06T03:13:49.659"/>
  </p1510:revLst>
</p1510:revInfo>
</file>

<file path=ppt/tableStyles.xml><?xml version="1.0" encoding="utf-8"?>
<a:tblStyleLst xmlns:a="http://schemas.openxmlformats.org/drawingml/2006/main" def="{1AF50DF2-D2A3-4BB3-9EA8-53A05BD797B1}">
  <a:tblStyle styleId="{1AF50DF2-D2A3-4BB3-9EA8-53A05BD797B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2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63" Type="http://schemas.openxmlformats.org/officeDocument/2006/relationships/font" Target="fonts/font21.fntdata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font" Target="fonts/font19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font" Target="fonts/font22.fntdata"/><Relationship Id="rId69" Type="http://schemas.microsoft.com/office/2016/11/relationships/changesInfo" Target="changesInfos/changesInfo1.xml"/><Relationship Id="rId8" Type="http://schemas.openxmlformats.org/officeDocument/2006/relationships/slide" Target="slides/slide6.xml"/><Relationship Id="rId51" Type="http://schemas.openxmlformats.org/officeDocument/2006/relationships/font" Target="fonts/font9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12.fntdata"/><Relationship Id="rId62" Type="http://schemas.openxmlformats.org/officeDocument/2006/relationships/font" Target="fonts/font20.fntdata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font" Target="fonts/font8.fntdata"/><Relationship Id="rId55" Type="http://schemas.openxmlformats.org/officeDocument/2006/relationships/font" Target="fonts/font13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عاتكة حسين" userId="fe49f7f5aa8d367f" providerId="LiveId" clId="{4C6FC45E-27A4-42DE-8268-3601E26E42C9}"/>
    <pc:docChg chg="undo custSel addSld modSld sldOrd">
      <pc:chgData name="عاتكة حسين" userId="fe49f7f5aa8d367f" providerId="LiveId" clId="{4C6FC45E-27A4-42DE-8268-3601E26E42C9}" dt="2026-05-05T14:46:17.725" v="76" actId="14100"/>
      <pc:docMkLst>
        <pc:docMk/>
      </pc:docMkLst>
      <pc:sldChg chg="modSp mod modNotes">
        <pc:chgData name="عاتكة حسين" userId="fe49f7f5aa8d367f" providerId="LiveId" clId="{4C6FC45E-27A4-42DE-8268-3601E26E42C9}" dt="2026-05-05T14:34:46.423" v="8" actId="108"/>
        <pc:sldMkLst>
          <pc:docMk/>
          <pc:sldMk cId="0" sldId="258"/>
        </pc:sldMkLst>
        <pc:spChg chg="mod">
          <ac:chgData name="عاتكة حسين" userId="fe49f7f5aa8d367f" providerId="LiveId" clId="{4C6FC45E-27A4-42DE-8268-3601E26E42C9}" dt="2026-05-05T14:31:28.358" v="0"/>
          <ac:spMkLst>
            <pc:docMk/>
            <pc:sldMk cId="0" sldId="258"/>
            <ac:spMk id="154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1:43.111" v="1"/>
          <ac:spMkLst>
            <pc:docMk/>
            <pc:sldMk cId="0" sldId="258"/>
            <ac:spMk id="155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1:53.702" v="2"/>
          <ac:spMkLst>
            <pc:docMk/>
            <pc:sldMk cId="0" sldId="258"/>
            <ac:spMk id="156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2:04.850" v="3"/>
          <ac:spMkLst>
            <pc:docMk/>
            <pc:sldMk cId="0" sldId="258"/>
            <ac:spMk id="157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2:33.033" v="4"/>
          <ac:spMkLst>
            <pc:docMk/>
            <pc:sldMk cId="0" sldId="258"/>
            <ac:spMk id="158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4:08.817" v="5"/>
          <ac:spMkLst>
            <pc:docMk/>
            <pc:sldMk cId="0" sldId="258"/>
            <ac:spMk id="159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4:24.611" v="6"/>
          <ac:spMkLst>
            <pc:docMk/>
            <pc:sldMk cId="0" sldId="258"/>
            <ac:spMk id="160" creationId="{00000000-0000-0000-0000-000000000000}"/>
          </ac:spMkLst>
        </pc:spChg>
        <pc:spChg chg="mod">
          <ac:chgData name="عاتكة حسين" userId="fe49f7f5aa8d367f" providerId="LiveId" clId="{4C6FC45E-27A4-42DE-8268-3601E26E42C9}" dt="2026-05-05T14:34:46.423" v="8" actId="108"/>
          <ac:spMkLst>
            <pc:docMk/>
            <pc:sldMk cId="0" sldId="258"/>
            <ac:spMk id="161" creationId="{00000000-0000-0000-0000-000000000000}"/>
          </ac:spMkLst>
        </pc:spChg>
      </pc:sldChg>
      <pc:sldChg chg="addSp delSp modSp new mod">
        <pc:chgData name="عاتكة حسين" userId="fe49f7f5aa8d367f" providerId="LiveId" clId="{4C6FC45E-27A4-42DE-8268-3601E26E42C9}" dt="2026-05-05T14:42:42.284" v="47" actId="14100"/>
        <pc:sldMkLst>
          <pc:docMk/>
          <pc:sldMk cId="1924930614" sldId="291"/>
        </pc:sldMkLst>
        <pc:spChg chg="del">
          <ac:chgData name="عاتكة حسين" userId="fe49f7f5aa8d367f" providerId="LiveId" clId="{4C6FC45E-27A4-42DE-8268-3601E26E42C9}" dt="2026-05-05T14:36:30.689" v="15" actId="478"/>
          <ac:spMkLst>
            <pc:docMk/>
            <pc:sldMk cId="1924930614" sldId="291"/>
            <ac:spMk id="2" creationId="{D18B4E35-CE39-7931-60C2-0BB38DA017C8}"/>
          </ac:spMkLst>
        </pc:spChg>
        <pc:spChg chg="mod">
          <ac:chgData name="عاتكة حسين" userId="fe49f7f5aa8d367f" providerId="LiveId" clId="{4C6FC45E-27A4-42DE-8268-3601E26E42C9}" dt="2026-05-05T14:41:39.026" v="39"/>
          <ac:spMkLst>
            <pc:docMk/>
            <pc:sldMk cId="1924930614" sldId="291"/>
            <ac:spMk id="3" creationId="{7900C5AC-B178-1826-ED3F-D488C7385D6A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4" creationId="{63A44F0F-B38E-8246-43B6-A6EA05BB6A0D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5" creationId="{C9F37785-1B07-7F87-A555-18C32F35EE7B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6" creationId="{88D9F6B6-BBD6-B8A7-5FD0-A1CA1472F007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7" creationId="{B312A96B-9662-D72C-AC7D-84471993AF89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8" creationId="{6BA3AF9F-EB6B-A89E-C28A-856F5F9F2698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9" creationId="{1B4A8521-7497-083A-E8B4-D0076DAD48C8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0" creationId="{E049A977-A4EA-FC03-C8C3-E274B41FA968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1" creationId="{7F288B9B-D04A-C2DF-7B94-D9EBA9469516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3" creationId="{FE633893-2F78-8645-E3B0-FA7823922CA4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14" creationId="{0CE76C1B-70DE-6F08-0BDE-4176991337E0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5" creationId="{AB250C28-0B8E-6D5F-1B8C-38C9F335DD2C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7" creationId="{90EC0D97-93A3-4C0D-6AD6-ABEBE06E3E59}"/>
          </ac:spMkLst>
        </pc:spChg>
        <pc:spChg chg="del">
          <ac:chgData name="عاتكة حسين" userId="fe49f7f5aa8d367f" providerId="LiveId" clId="{4C6FC45E-27A4-42DE-8268-3601E26E42C9}" dt="2026-05-05T14:36:20.423" v="13" actId="478"/>
          <ac:spMkLst>
            <pc:docMk/>
            <pc:sldMk cId="1924930614" sldId="291"/>
            <ac:spMk id="18" creationId="{85316E4E-64FF-9AD5-C262-2F5D8F8D6909}"/>
          </ac:spMkLst>
        </pc:spChg>
        <pc:spChg chg="del">
          <ac:chgData name="عاتكة حسين" userId="fe49f7f5aa8d367f" providerId="LiveId" clId="{4C6FC45E-27A4-42DE-8268-3601E26E42C9}" dt="2026-05-05T14:36:24.182" v="14" actId="478"/>
          <ac:spMkLst>
            <pc:docMk/>
            <pc:sldMk cId="1924930614" sldId="291"/>
            <ac:spMk id="19" creationId="{89C833E3-6A12-3A19-786E-71CD3C2F9088}"/>
          </ac:spMkLst>
        </pc:spChg>
        <pc:spChg chg="add mod">
          <ac:chgData name="عاتكة حسين" userId="fe49f7f5aa8d367f" providerId="LiveId" clId="{4C6FC45E-27A4-42DE-8268-3601E26E42C9}" dt="2026-05-05T14:42:42.284" v="47" actId="14100"/>
          <ac:spMkLst>
            <pc:docMk/>
            <pc:sldMk cId="1924930614" sldId="291"/>
            <ac:spMk id="21" creationId="{612E7BF3-7290-E05C-6372-CAEF5D5828B3}"/>
          </ac:spMkLst>
        </pc:spChg>
      </pc:sldChg>
      <pc:sldChg chg="modSp add mod ord">
        <pc:chgData name="عاتكة حسين" userId="fe49f7f5aa8d367f" providerId="LiveId" clId="{4C6FC45E-27A4-42DE-8268-3601E26E42C9}" dt="2026-05-05T14:42:49.488" v="48" actId="14100"/>
        <pc:sldMkLst>
          <pc:docMk/>
          <pc:sldMk cId="1194047626" sldId="292"/>
        </pc:sldMkLst>
        <pc:spChg chg="mod">
          <ac:chgData name="عاتكة حسين" userId="fe49f7f5aa8d367f" providerId="LiveId" clId="{4C6FC45E-27A4-42DE-8268-3601E26E42C9}" dt="2026-05-05T14:42:49.488" v="48" actId="14100"/>
          <ac:spMkLst>
            <pc:docMk/>
            <pc:sldMk cId="1194047626" sldId="292"/>
            <ac:spMk id="21" creationId="{0CEBC509-3880-8DF3-866A-DF63964B03FF}"/>
          </ac:spMkLst>
        </pc:spChg>
      </pc:sldChg>
      <pc:sldChg chg="addSp modSp add mod">
        <pc:chgData name="عاتكة حسين" userId="fe49f7f5aa8d367f" providerId="LiveId" clId="{4C6FC45E-27A4-42DE-8268-3601E26E42C9}" dt="2026-05-05T14:44:10.985" v="58" actId="1076"/>
        <pc:sldMkLst>
          <pc:docMk/>
          <pc:sldMk cId="3366605119" sldId="293"/>
        </pc:sldMkLst>
        <pc:spChg chg="mod">
          <ac:chgData name="عاتكة حسين" userId="fe49f7f5aa8d367f" providerId="LiveId" clId="{4C6FC45E-27A4-42DE-8268-3601E26E42C9}" dt="2026-05-05T14:43:06.931" v="49"/>
          <ac:spMkLst>
            <pc:docMk/>
            <pc:sldMk cId="3366605119" sldId="293"/>
            <ac:spMk id="3" creationId="{A2C18309-6118-8668-F53A-223D76EE2405}"/>
          </ac:spMkLst>
        </pc:spChg>
        <pc:spChg chg="mod">
          <ac:chgData name="عاتكة حسين" userId="fe49f7f5aa8d367f" providerId="LiveId" clId="{4C6FC45E-27A4-42DE-8268-3601E26E42C9}" dt="2026-05-05T14:43:41.963" v="56" actId="14100"/>
          <ac:spMkLst>
            <pc:docMk/>
            <pc:sldMk cId="3366605119" sldId="293"/>
            <ac:spMk id="21" creationId="{84B3C0B5-9C4F-604C-6D3E-121E475D55F4}"/>
          </ac:spMkLst>
        </pc:spChg>
        <pc:picChg chg="add mod">
          <ac:chgData name="عاتكة حسين" userId="fe49f7f5aa8d367f" providerId="LiveId" clId="{4C6FC45E-27A4-42DE-8268-3601E26E42C9}" dt="2026-05-05T14:44:10.985" v="58" actId="1076"/>
          <ac:picMkLst>
            <pc:docMk/>
            <pc:sldMk cId="3366605119" sldId="293"/>
            <ac:picMk id="2" creationId="{4C0AF4DF-20E4-C6EB-F5CF-758D00FA9291}"/>
          </ac:picMkLst>
        </pc:picChg>
      </pc:sldChg>
      <pc:sldChg chg="modSp add mod">
        <pc:chgData name="عاتكة حسين" userId="fe49f7f5aa8d367f" providerId="LiveId" clId="{4C6FC45E-27A4-42DE-8268-3601E26E42C9}" dt="2026-05-05T14:45:02.063" v="68" actId="14100"/>
        <pc:sldMkLst>
          <pc:docMk/>
          <pc:sldMk cId="1389668727" sldId="294"/>
        </pc:sldMkLst>
        <pc:spChg chg="mod">
          <ac:chgData name="عاتكة حسين" userId="fe49f7f5aa8d367f" providerId="LiveId" clId="{4C6FC45E-27A4-42DE-8268-3601E26E42C9}" dt="2026-05-05T14:44:28.989" v="59"/>
          <ac:spMkLst>
            <pc:docMk/>
            <pc:sldMk cId="1389668727" sldId="294"/>
            <ac:spMk id="3" creationId="{2E5FB228-48B0-81B3-91DE-58C0A127FBE7}"/>
          </ac:spMkLst>
        </pc:spChg>
        <pc:spChg chg="mod">
          <ac:chgData name="عاتكة حسين" userId="fe49f7f5aa8d367f" providerId="LiveId" clId="{4C6FC45E-27A4-42DE-8268-3601E26E42C9}" dt="2026-05-05T14:45:02.063" v="68" actId="14100"/>
          <ac:spMkLst>
            <pc:docMk/>
            <pc:sldMk cId="1389668727" sldId="294"/>
            <ac:spMk id="21" creationId="{6DC70425-E773-5EBA-DC34-F84FC44BE208}"/>
          </ac:spMkLst>
        </pc:spChg>
      </pc:sldChg>
      <pc:sldChg chg="modSp add mod">
        <pc:chgData name="عاتكة حسين" userId="fe49f7f5aa8d367f" providerId="LiveId" clId="{4C6FC45E-27A4-42DE-8268-3601E26E42C9}" dt="2026-05-05T14:46:17.725" v="76" actId="14100"/>
        <pc:sldMkLst>
          <pc:docMk/>
          <pc:sldMk cId="4149489950" sldId="295"/>
        </pc:sldMkLst>
        <pc:spChg chg="mod">
          <ac:chgData name="عاتكة حسين" userId="fe49f7f5aa8d367f" providerId="LiveId" clId="{4C6FC45E-27A4-42DE-8268-3601E26E42C9}" dt="2026-05-05T14:45:19.472" v="69"/>
          <ac:spMkLst>
            <pc:docMk/>
            <pc:sldMk cId="4149489950" sldId="295"/>
            <ac:spMk id="3" creationId="{1611495F-7BE4-E0D8-6D2E-C7FF254D8231}"/>
          </ac:spMkLst>
        </pc:spChg>
        <pc:spChg chg="mod">
          <ac:chgData name="عاتكة حسين" userId="fe49f7f5aa8d367f" providerId="LiveId" clId="{4C6FC45E-27A4-42DE-8268-3601E26E42C9}" dt="2026-05-05T14:46:17.725" v="76" actId="14100"/>
          <ac:spMkLst>
            <pc:docMk/>
            <pc:sldMk cId="4149489950" sldId="295"/>
            <ac:spMk id="21" creationId="{796C315C-C0B8-6141-A9BC-7215328A5329}"/>
          </ac:spMkLst>
        </pc:spChg>
      </pc:sldChg>
    </pc:docChg>
  </pc:docChgLst>
  <pc:docChgLst>
    <pc:chgData name="أنفال احمد بن حسين السحيب" userId="03285ef5-c520-4680-98af-1ef0f48fabfd" providerId="ADAL" clId="{43815909-3123-4CD8-892B-036A23FF00BC}"/>
    <pc:docChg chg="undo custSel addSld delSld modSld sldOrd">
      <pc:chgData name="أنفال احمد بن حسين السحيب" userId="03285ef5-c520-4680-98af-1ef0f48fabfd" providerId="ADAL" clId="{43815909-3123-4CD8-892B-036A23FF00BC}" dt="2026-05-06T03:13:49.655" v="746" actId="20578"/>
      <pc:docMkLst>
        <pc:docMk/>
      </pc:docMkLst>
      <pc:sldChg chg="modSp mod">
        <pc:chgData name="أنفال احمد بن حسين السحيب" userId="03285ef5-c520-4680-98af-1ef0f48fabfd" providerId="ADAL" clId="{43815909-3123-4CD8-892B-036A23FF00BC}" dt="2026-05-05T04:51:26.713" v="3" actId="20577"/>
        <pc:sldMkLst>
          <pc:docMk/>
          <pc:sldMk cId="0" sldId="256"/>
        </pc:sldMkLst>
        <pc:spChg chg="mod">
          <ac:chgData name="أنفال احمد بن حسين السحيب" userId="03285ef5-c520-4680-98af-1ef0f48fabfd" providerId="ADAL" clId="{43815909-3123-4CD8-892B-036A23FF00BC}" dt="2026-05-05T04:51:26.713" v="3" actId="20577"/>
          <ac:spMkLst>
            <pc:docMk/>
            <pc:sldMk cId="0" sldId="256"/>
            <ac:spMk id="11" creationId="{F7CE1F63-49A0-9330-8B27-BECA08A0FDE1}"/>
          </ac:spMkLst>
        </pc:spChg>
      </pc:sldChg>
      <pc:sldChg chg="ord modNotes">
        <pc:chgData name="أنفال احمد بن حسين السحيب" userId="03285ef5-c520-4680-98af-1ef0f48fabfd" providerId="ADAL" clId="{43815909-3123-4CD8-892B-036A23FF00BC}" dt="2026-05-05T04:53:01.573" v="23"/>
        <pc:sldMkLst>
          <pc:docMk/>
          <pc:sldMk cId="0" sldId="257"/>
        </pc:sldMkLst>
      </pc:sldChg>
      <pc:sldChg chg="ord modNotes">
        <pc:chgData name="أنفال احمد بن حسين السحيب" userId="03285ef5-c520-4680-98af-1ef0f48fabfd" providerId="ADAL" clId="{43815909-3123-4CD8-892B-036A23FF00BC}" dt="2026-05-05T04:52:56.347" v="21"/>
        <pc:sldMkLst>
          <pc:docMk/>
          <pc:sldMk cId="0" sldId="259"/>
        </pc:sldMkLst>
      </pc:sldChg>
      <pc:sldChg chg="delSp modSp mod ord">
        <pc:chgData name="أنفال احمد بن حسين السحيب" userId="03285ef5-c520-4680-98af-1ef0f48fabfd" providerId="ADAL" clId="{43815909-3123-4CD8-892B-036A23FF00BC}" dt="2026-05-05T06:59:09.100" v="642"/>
        <pc:sldMkLst>
          <pc:docMk/>
          <pc:sldMk cId="0" sldId="260"/>
        </pc:sldMkLst>
        <pc:spChg chg="mod">
          <ac:chgData name="أنفال احمد بن حسين السحيب" userId="03285ef5-c520-4680-98af-1ef0f48fabfd" providerId="ADAL" clId="{43815909-3123-4CD8-892B-036A23FF00BC}" dt="2026-05-05T06:59:05.670" v="640" actId="1076"/>
          <ac:spMkLst>
            <pc:docMk/>
            <pc:sldMk cId="0" sldId="260"/>
            <ac:spMk id="182" creationId="{00000000-0000-0000-0000-000000000000}"/>
          </ac:spMkLst>
        </pc:spChg>
        <pc:spChg chg="del mod">
          <ac:chgData name="أنفال احمد بن حسين السحيب" userId="03285ef5-c520-4680-98af-1ef0f48fabfd" providerId="ADAL" clId="{43815909-3123-4CD8-892B-036A23FF00BC}" dt="2026-05-05T06:59:00.274" v="639" actId="478"/>
          <ac:spMkLst>
            <pc:docMk/>
            <pc:sldMk cId="0" sldId="260"/>
            <ac:spMk id="183" creationId="{00000000-0000-0000-0000-000000000000}"/>
          </ac:spMkLst>
        </pc:spChg>
      </pc:sldChg>
      <pc:sldChg chg="addSp modSp mod">
        <pc:chgData name="أنفال احمد بن حسين السحيب" userId="03285ef5-c520-4680-98af-1ef0f48fabfd" providerId="ADAL" clId="{43815909-3123-4CD8-892B-036A23FF00BC}" dt="2026-05-05T19:24:22.936" v="650" actId="20577"/>
        <pc:sldMkLst>
          <pc:docMk/>
          <pc:sldMk cId="0" sldId="261"/>
        </pc:sldMkLst>
        <pc:spChg chg="add mod">
          <ac:chgData name="أنفال احمد بن حسين السحيب" userId="03285ef5-c520-4680-98af-1ef0f48fabfd" providerId="ADAL" clId="{43815909-3123-4CD8-892B-036A23FF00BC}" dt="2026-05-05T05:23:48.103" v="147" actId="1076"/>
          <ac:spMkLst>
            <pc:docMk/>
            <pc:sldMk cId="0" sldId="261"/>
            <ac:spMk id="9" creationId="{05E58055-76D2-670E-D5A0-2CA3187D3E2B}"/>
          </ac:spMkLst>
        </pc:spChg>
        <pc:spChg chg="mod">
          <ac:chgData name="أنفال احمد بن حسين السحيب" userId="03285ef5-c520-4680-98af-1ef0f48fabfd" providerId="ADAL" clId="{43815909-3123-4CD8-892B-036A23FF00BC}" dt="2026-05-05T19:24:22.936" v="650" actId="20577"/>
          <ac:spMkLst>
            <pc:docMk/>
            <pc:sldMk cId="0" sldId="261"/>
            <ac:spMk id="188" creationId="{00000000-0000-0000-0000-000000000000}"/>
          </ac:spMkLst>
        </pc:spChg>
      </pc:sldChg>
      <pc:sldChg chg="addSp delSp modSp mod">
        <pc:chgData name="أنفال احمد بن حسين السحيب" userId="03285ef5-c520-4680-98af-1ef0f48fabfd" providerId="ADAL" clId="{43815909-3123-4CD8-892B-036A23FF00BC}" dt="2026-05-05T06:58:12.194" v="611" actId="478"/>
        <pc:sldMkLst>
          <pc:docMk/>
          <pc:sldMk cId="0" sldId="265"/>
        </pc:sldMkLst>
        <pc:spChg chg="add del mod">
          <ac:chgData name="أنفال احمد بن حسين السحيب" userId="03285ef5-c520-4680-98af-1ef0f48fabfd" providerId="ADAL" clId="{43815909-3123-4CD8-892B-036A23FF00BC}" dt="2026-05-05T06:58:04.342" v="610" actId="478"/>
          <ac:spMkLst>
            <pc:docMk/>
            <pc:sldMk cId="0" sldId="265"/>
            <ac:spMk id="3" creationId="{4B954973-BC45-AA23-C8D2-9409BEB24B62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00.989" v="609" actId="478"/>
          <ac:spMkLst>
            <pc:docMk/>
            <pc:sldMk cId="0" sldId="265"/>
            <ac:spMk id="242" creationId="{00000000-0000-0000-0000-000000000000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6:58:12.194" v="611" actId="478"/>
          <ac:spMkLst>
            <pc:docMk/>
            <pc:sldMk cId="0" sldId="265"/>
            <ac:spMk id="258" creationId="{00000000-0000-0000-0000-000000000000}"/>
          </ac:spMkLst>
        </pc:spChg>
      </pc:sldChg>
      <pc:sldChg chg="addSp delSp modSp add mod">
        <pc:chgData name="أنفال احمد بن حسين السحيب" userId="03285ef5-c520-4680-98af-1ef0f48fabfd" providerId="ADAL" clId="{43815909-3123-4CD8-892B-036A23FF00BC}" dt="2026-05-05T07:00:18.446" v="646" actId="108"/>
        <pc:sldMkLst>
          <pc:docMk/>
          <pc:sldMk cId="2621699878" sldId="284"/>
        </pc:sldMkLst>
        <pc:spChg chg="add mod">
          <ac:chgData name="أنفال احمد بن حسين السحيب" userId="03285ef5-c520-4680-98af-1ef0f48fabfd" providerId="ADAL" clId="{43815909-3123-4CD8-892B-036A23FF00BC}" dt="2026-05-05T07:00:09.497" v="644" actId="108"/>
          <ac:spMkLst>
            <pc:docMk/>
            <pc:sldMk cId="2621699878" sldId="284"/>
            <ac:spMk id="5" creationId="{95694462-18AE-3DB6-F043-F8124C8CB680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7:00:18.446" v="646" actId="108"/>
          <ac:spMkLst>
            <pc:docMk/>
            <pc:sldMk cId="2621699878" sldId="284"/>
            <ac:spMk id="7" creationId="{96512D4A-0B91-0623-79B6-B276EEEFB106}"/>
          </ac:spMkLst>
        </pc:spChg>
        <pc:spChg chg="add del mod">
          <ac:chgData name="أنفال احمد بن حسين السحيب" userId="03285ef5-c520-4680-98af-1ef0f48fabfd" providerId="ADAL" clId="{43815909-3123-4CD8-892B-036A23FF00BC}" dt="2026-05-05T05:00:34.620" v="63" actId="20577"/>
          <ac:spMkLst>
            <pc:docMk/>
            <pc:sldMk cId="2621699878" sldId="284"/>
            <ac:spMk id="188" creationId="{05EE207A-D935-F3ED-4CAA-12B70473BDE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4:57:40.445" v="35" actId="478"/>
          <ac:picMkLst>
            <pc:docMk/>
            <pc:sldMk cId="2621699878" sldId="284"/>
            <ac:picMk id="2" creationId="{014D8DB6-969D-F952-9945-D163E63460FE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29:24.041" v="188" actId="1076"/>
          <ac:picMkLst>
            <pc:docMk/>
            <pc:sldMk cId="2621699878" sldId="284"/>
            <ac:picMk id="3" creationId="{0745452F-A953-B9CC-F052-8EBD7ADA70F3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6T03:13:49.655" v="746" actId="20578"/>
        <pc:sldMkLst>
          <pc:docMk/>
          <pc:sldMk cId="2856187604" sldId="285"/>
        </pc:sldMkLst>
        <pc:spChg chg="add mod">
          <ac:chgData name="أنفال احمد بن حسين السحيب" userId="03285ef5-c520-4680-98af-1ef0f48fabfd" providerId="ADAL" clId="{43815909-3123-4CD8-892B-036A23FF00BC}" dt="2026-05-05T05:35:29.564" v="279" actId="20577"/>
          <ac:spMkLst>
            <pc:docMk/>
            <pc:sldMk cId="2856187604" sldId="285"/>
            <ac:spMk id="4" creationId="{DEC04B3C-E401-C100-1300-63E8B669598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2:05.121" v="77" actId="20577"/>
          <ac:spMkLst>
            <pc:docMk/>
            <pc:sldMk cId="2856187604" sldId="285"/>
            <ac:spMk id="188" creationId="{17777A0E-70C1-60CF-4AE1-6D7EFAB85AA5}"/>
          </ac:spMkLst>
        </pc:spChg>
        <pc:graphicFrameChg chg="add mod modGraphic">
          <ac:chgData name="أنفال احمد بن حسين السحيب" userId="03285ef5-c520-4680-98af-1ef0f48fabfd" providerId="ADAL" clId="{43815909-3123-4CD8-892B-036A23FF00BC}" dt="2026-05-06T03:13:49.655" v="746" actId="20578"/>
          <ac:graphicFrameMkLst>
            <pc:docMk/>
            <pc:sldMk cId="2856187604" sldId="285"/>
            <ac:graphicFrameMk id="5" creationId="{ED00CF22-C87C-B2FB-4578-CC0310CD16C2}"/>
          </ac:graphicFrameMkLst>
        </pc:graphicFrameChg>
        <pc:picChg chg="del">
          <ac:chgData name="أنفال احمد بن حسين السحيب" userId="03285ef5-c520-4680-98af-1ef0f48fabfd" providerId="ADAL" clId="{43815909-3123-4CD8-892B-036A23FF00BC}" dt="2026-05-05T05:02:00.233" v="71" actId="478"/>
          <ac:picMkLst>
            <pc:docMk/>
            <pc:sldMk cId="2856187604" sldId="285"/>
            <ac:picMk id="2" creationId="{04669055-7B92-A6A7-1EC4-DDAE4756610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07:43.580" v="299" actId="1076"/>
        <pc:sldMkLst>
          <pc:docMk/>
          <pc:sldMk cId="2924868477" sldId="286"/>
        </pc:sldMkLst>
        <pc:spChg chg="add mod">
          <ac:chgData name="أنفال احمد بن حسين السحيب" userId="03285ef5-c520-4680-98af-1ef0f48fabfd" providerId="ADAL" clId="{43815909-3123-4CD8-892B-036A23FF00BC}" dt="2026-05-05T05:46:17.318" v="298" actId="1076"/>
          <ac:spMkLst>
            <pc:docMk/>
            <pc:sldMk cId="2924868477" sldId="286"/>
            <ac:spMk id="4" creationId="{FD9522F0-A7ED-359F-E75F-45F673D14AB3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07:43.580" v="299" actId="1076"/>
          <ac:spMkLst>
            <pc:docMk/>
            <pc:sldMk cId="2924868477" sldId="286"/>
            <ac:spMk id="9" creationId="{ECD9D400-82CA-F641-6231-394BB000917A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4:26.020" v="91" actId="20577"/>
          <ac:spMkLst>
            <pc:docMk/>
            <pc:sldMk cId="2924868477" sldId="286"/>
            <ac:spMk id="188" creationId="{BDE0483F-CA3D-4111-CF95-50A13533E741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4:34.644" v="92" actId="478"/>
          <ac:picMkLst>
            <pc:docMk/>
            <pc:sldMk cId="2924868477" sldId="286"/>
            <ac:picMk id="2" creationId="{343AB621-964A-327F-10B1-E37386D38DD4}"/>
          </ac:picMkLst>
        </pc:picChg>
        <pc:picChg chg="add del mod">
          <ac:chgData name="أنفال احمد بن حسين السحيب" userId="03285ef5-c520-4680-98af-1ef0f48fabfd" providerId="ADAL" clId="{43815909-3123-4CD8-892B-036A23FF00BC}" dt="2026-05-05T05:05:04.294" v="103" actId="478"/>
          <ac:picMkLst>
            <pc:docMk/>
            <pc:sldMk cId="2924868477" sldId="286"/>
            <ac:picMk id="6" creationId="{7AD2E7E5-6E6C-7EA8-7310-F404E6AF1F5D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5:44:28.172" v="285" actId="1076"/>
          <ac:picMkLst>
            <pc:docMk/>
            <pc:sldMk cId="2924868477" sldId="286"/>
            <ac:picMk id="7" creationId="{CB22F7DC-9A46-92F1-CC16-96EEC6845370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48:04.988" v="445" actId="1076"/>
        <pc:sldMkLst>
          <pc:docMk/>
          <pc:sldMk cId="870106185" sldId="287"/>
        </pc:sldMkLst>
        <pc:spChg chg="add mod">
          <ac:chgData name="أنفال احمد بن حسين السحيب" userId="03285ef5-c520-4680-98af-1ef0f48fabfd" providerId="ADAL" clId="{43815909-3123-4CD8-892B-036A23FF00BC}" dt="2026-05-05T06:13:36.471" v="362" actId="20577"/>
          <ac:spMkLst>
            <pc:docMk/>
            <pc:sldMk cId="870106185" sldId="287"/>
            <ac:spMk id="5" creationId="{A6B1443C-1F67-B120-0FF2-77C30935A43A}"/>
          </ac:spMkLst>
        </pc:spChg>
        <pc:spChg chg="add del">
          <ac:chgData name="أنفال احمد بن حسين السحيب" userId="03285ef5-c520-4680-98af-1ef0f48fabfd" providerId="ADAL" clId="{43815909-3123-4CD8-892B-036A23FF00BC}" dt="2026-05-05T06:12:18.738" v="310" actId="22"/>
          <ac:spMkLst>
            <pc:docMk/>
            <pc:sldMk cId="870106185" sldId="287"/>
            <ac:spMk id="7" creationId="{D04A9DED-19FD-049A-CB44-7EB9AA188E8A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13:48.386" v="363" actId="1076"/>
          <ac:spMkLst>
            <pc:docMk/>
            <pc:sldMk cId="870106185" sldId="287"/>
            <ac:spMk id="9" creationId="{1A900C2A-CE71-9D2A-AE8A-46D098E9D98F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6:03.215" v="120" actId="20577"/>
          <ac:spMkLst>
            <pc:docMk/>
            <pc:sldMk cId="870106185" sldId="287"/>
            <ac:spMk id="188" creationId="{9081D70C-9318-7BC9-081D-3A1DD5619EB5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05.726" v="121" actId="478"/>
          <ac:picMkLst>
            <pc:docMk/>
            <pc:sldMk cId="870106185" sldId="287"/>
            <ac:picMk id="2" creationId="{055CEC10-7EF2-283E-F179-1A1EE118B9A6}"/>
          </ac:picMkLst>
        </pc:picChg>
        <pc:picChg chg="add mod modCrop">
          <ac:chgData name="أنفال احمد بن حسين السحيب" userId="03285ef5-c520-4680-98af-1ef0f48fabfd" providerId="ADAL" clId="{43815909-3123-4CD8-892B-036A23FF00BC}" dt="2026-05-05T06:48:04.988" v="445" actId="1076"/>
          <ac:picMkLst>
            <pc:docMk/>
            <pc:sldMk cId="870106185" sldId="287"/>
            <ac:picMk id="3" creationId="{737F90FA-A004-9857-DC02-B4A1FB5A3F8A}"/>
          </ac:picMkLst>
        </pc:picChg>
      </pc:sldChg>
      <pc:sldChg chg="addSp delSp modSp add mod">
        <pc:chgData name="أنفال احمد بن حسين السحيب" userId="03285ef5-c520-4680-98af-1ef0f48fabfd" providerId="ADAL" clId="{43815909-3123-4CD8-892B-036A23FF00BC}" dt="2026-05-05T06:52:54.125" v="608" actId="20577"/>
        <pc:sldMkLst>
          <pc:docMk/>
          <pc:sldMk cId="2105123231" sldId="288"/>
        </pc:sldMkLst>
        <pc:spChg chg="add mod">
          <ac:chgData name="أنفال احمد بن حسين السحيب" userId="03285ef5-c520-4680-98af-1ef0f48fabfd" providerId="ADAL" clId="{43815909-3123-4CD8-892B-036A23FF00BC}" dt="2026-05-05T06:51:47.535" v="578" actId="113"/>
          <ac:spMkLst>
            <pc:docMk/>
            <pc:sldMk cId="2105123231" sldId="288"/>
            <ac:spMk id="5" creationId="{41C63B2C-0229-8F10-AB84-3BC3D16C0208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52:54.125" v="608" actId="20577"/>
          <ac:spMkLst>
            <pc:docMk/>
            <pc:sldMk cId="2105123231" sldId="288"/>
            <ac:spMk id="7" creationId="{C8A0EE8C-1DDD-A1CB-A9A6-437EDEF0DA4C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5:08:08.794" v="137" actId="20577"/>
          <ac:spMkLst>
            <pc:docMk/>
            <pc:sldMk cId="2105123231" sldId="288"/>
            <ac:spMk id="188" creationId="{BFBCEF37-4C45-0E3E-30A3-2427FB4F6306}"/>
          </ac:spMkLst>
        </pc:spChg>
        <pc:picChg chg="del">
          <ac:chgData name="أنفال احمد بن حسين السحيب" userId="03285ef5-c520-4680-98af-1ef0f48fabfd" providerId="ADAL" clId="{43815909-3123-4CD8-892B-036A23FF00BC}" dt="2026-05-05T05:07:52.706" v="127" actId="478"/>
          <ac:picMkLst>
            <pc:docMk/>
            <pc:sldMk cId="2105123231" sldId="288"/>
            <ac:picMk id="2" creationId="{BA886321-9ABE-B510-199C-C4A3E73B2788}"/>
          </ac:picMkLst>
        </pc:picChg>
        <pc:picChg chg="add mod">
          <ac:chgData name="أنفال احمد بن حسين السحيب" userId="03285ef5-c520-4680-98af-1ef0f48fabfd" providerId="ADAL" clId="{43815909-3123-4CD8-892B-036A23FF00BC}" dt="2026-05-05T06:49:16.619" v="450" actId="1076"/>
          <ac:picMkLst>
            <pc:docMk/>
            <pc:sldMk cId="2105123231" sldId="288"/>
            <ac:picMk id="3" creationId="{7C65C730-64F1-C78A-5C8C-2AE91F1D5CA5}"/>
          </ac:picMkLst>
        </pc:picChg>
      </pc:sldChg>
      <pc:sldChg chg="addSp delSp modSp new del mod">
        <pc:chgData name="أنفال احمد بن حسين السحيب" userId="03285ef5-c520-4680-98af-1ef0f48fabfd" providerId="ADAL" clId="{43815909-3123-4CD8-892B-036A23FF00BC}" dt="2026-05-05T16:01:42.804" v="647" actId="2696"/>
        <pc:sldMkLst>
          <pc:docMk/>
          <pc:sldMk cId="2568586810" sldId="289"/>
        </pc:sldMkLst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3" creationId="{BF86F70C-1C7E-CC4D-38DA-65C47A283581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4" creationId="{79EB8613-0FE6-694E-C809-28E4A27A7BA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5" creationId="{3FB1258F-46AD-B678-A276-12EF65EC2C33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6" creationId="{710B5A3C-DD1C-D178-376D-448A4825312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9" creationId="{76AC685B-22C2-3BC5-517E-DDACA845D23A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0" creationId="{F8B5F39B-598C-A10D-245F-2335BD01FEC8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1" creationId="{9540C8FE-0010-BAB2-D460-8C929344C269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3" creationId="{AF7BE1F5-E480-3A78-3F66-5098E5F86186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8" creationId="{F308F906-68FB-DFA3-4A1B-25E75F02941C}"/>
          </ac:spMkLst>
        </pc:spChg>
        <pc:spChg chg="del">
          <ac:chgData name="أنفال احمد بن حسين السحيب" userId="03285ef5-c520-4680-98af-1ef0f48fabfd" providerId="ADAL" clId="{43815909-3123-4CD8-892B-036A23FF00BC}" dt="2026-05-05T05:24:21.359" v="149" actId="478"/>
          <ac:spMkLst>
            <pc:docMk/>
            <pc:sldMk cId="2568586810" sldId="289"/>
            <ac:spMk id="19" creationId="{04B16A98-E8EC-6521-02F8-B1C6B741FF55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5:24:52.471" v="187" actId="20577"/>
          <ac:spMkLst>
            <pc:docMk/>
            <pc:sldMk cId="2568586810" sldId="289"/>
            <ac:spMk id="21" creationId="{9850C43E-491E-D573-3437-B3EEFB9485AC}"/>
          </ac:spMkLst>
        </pc:spChg>
      </pc:sldChg>
      <pc:sldChg chg="add del ord">
        <pc:chgData name="أنفال احمد بن حسين السحيب" userId="03285ef5-c520-4680-98af-1ef0f48fabfd" providerId="ADAL" clId="{43815909-3123-4CD8-892B-036A23FF00BC}" dt="2026-05-05T05:14:41.577" v="140" actId="2696"/>
        <pc:sldMkLst>
          <pc:docMk/>
          <pc:sldMk cId="2689814709" sldId="289"/>
        </pc:sldMkLst>
      </pc:sldChg>
      <pc:sldChg chg="addSp modSp add mod">
        <pc:chgData name="أنفال احمد بن حسين السحيب" userId="03285ef5-c520-4680-98af-1ef0f48fabfd" providerId="ADAL" clId="{43815909-3123-4CD8-892B-036A23FF00BC}" dt="2026-05-05T06:47:36.090" v="443" actId="108"/>
        <pc:sldMkLst>
          <pc:docMk/>
          <pc:sldMk cId="127520181" sldId="290"/>
        </pc:sldMkLst>
        <pc:spChg chg="add mod">
          <ac:chgData name="أنفال احمد بن حسين السحيب" userId="03285ef5-c520-4680-98af-1ef0f48fabfd" providerId="ADAL" clId="{43815909-3123-4CD8-892B-036A23FF00BC}" dt="2026-05-05T06:44:33.377" v="391" actId="1076"/>
          <ac:spMkLst>
            <pc:docMk/>
            <pc:sldMk cId="127520181" sldId="290"/>
            <ac:spMk id="4" creationId="{4FDEE144-73AB-94B8-18E0-B97ABED7F703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2:34.165" v="374" actId="108"/>
          <ac:spMkLst>
            <pc:docMk/>
            <pc:sldMk cId="127520181" sldId="290"/>
            <ac:spMk id="5" creationId="{01D8252A-78ED-AB73-4DA8-C45249D21FCD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36.090" v="443" actId="108"/>
          <ac:spMkLst>
            <pc:docMk/>
            <pc:sldMk cId="127520181" sldId="290"/>
            <ac:spMk id="7" creationId="{DB23B76A-DBE9-2C16-F93E-FEFEC4B363B8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3:09.532" v="385" actId="14100"/>
          <ac:spMkLst>
            <pc:docMk/>
            <pc:sldMk cId="127520181" sldId="290"/>
            <ac:spMk id="9" creationId="{33FCC414-2FB7-14BF-FC9F-6432DBC966AB}"/>
          </ac:spMkLst>
        </pc:spChg>
        <pc:spChg chg="add mod">
          <ac:chgData name="أنفال احمد بن حسين السحيب" userId="03285ef5-c520-4680-98af-1ef0f48fabfd" providerId="ADAL" clId="{43815909-3123-4CD8-892B-036A23FF00BC}" dt="2026-05-05T06:47:05.051" v="439" actId="1076"/>
          <ac:spMkLst>
            <pc:docMk/>
            <pc:sldMk cId="127520181" sldId="290"/>
            <ac:spMk id="10" creationId="{EB987075-4BA6-A730-2CCE-833B2E77F824}"/>
          </ac:spMkLst>
        </pc:spChg>
        <pc:picChg chg="mod">
          <ac:chgData name="أنفال احمد بن حسين السحيب" userId="03285ef5-c520-4680-98af-1ef0f48fabfd" providerId="ADAL" clId="{43815909-3123-4CD8-892B-036A23FF00BC}" dt="2026-05-05T06:46:43.887" v="434" actId="1076"/>
          <ac:picMkLst>
            <pc:docMk/>
            <pc:sldMk cId="127520181" sldId="290"/>
            <ac:picMk id="3" creationId="{3FC36171-1353-57A6-1620-4D55B34F8AE6}"/>
          </ac:picMkLst>
        </pc:picChg>
      </pc:sldChg>
      <pc:sldChg chg="add del">
        <pc:chgData name="أنفال احمد بن حسين السحيب" userId="03285ef5-c520-4680-98af-1ef0f48fabfd" providerId="ADAL" clId="{43815909-3123-4CD8-892B-036A23FF00BC}" dt="2026-05-05T05:14:55.587" v="143" actId="2696"/>
        <pc:sldMkLst>
          <pc:docMk/>
          <pc:sldMk cId="1703045012" sldId="290"/>
        </pc:sldMkLst>
      </pc:sldChg>
      <pc:sldChg chg="add del">
        <pc:chgData name="أنفال احمد بن حسين السحيب" userId="03285ef5-c520-4680-98af-1ef0f48fabfd" providerId="ADAL" clId="{43815909-3123-4CD8-892B-036A23FF00BC}" dt="2026-05-05T05:14:51.597" v="142" actId="2696"/>
        <pc:sldMkLst>
          <pc:docMk/>
          <pc:sldMk cId="118205025" sldId="291"/>
        </pc:sldMkLst>
      </pc:sldChg>
      <pc:sldChg chg="delSp modSp add del mod">
        <pc:chgData name="أنفال احمد بن حسين السحيب" userId="03285ef5-c520-4680-98af-1ef0f48fabfd" providerId="ADAL" clId="{43815909-3123-4CD8-892B-036A23FF00BC}" dt="2026-05-05T06:48:11.769" v="446" actId="2696"/>
        <pc:sldMkLst>
          <pc:docMk/>
          <pc:sldMk cId="1782132452" sldId="291"/>
        </pc:sldMkLst>
        <pc:spChg chg="del">
          <ac:chgData name="أنفال احمد بن حسين السحيب" userId="03285ef5-c520-4680-98af-1ef0f48fabfd" providerId="ADAL" clId="{43815909-3123-4CD8-892B-036A23FF00BC}" dt="2026-05-05T06:45:55.274" v="425" actId="478"/>
          <ac:spMkLst>
            <pc:docMk/>
            <pc:sldMk cId="1782132452" sldId="291"/>
            <ac:spMk id="4" creationId="{DD446CA9-3DFA-50E8-D514-6DF3F3CFCA15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8.418" v="424"/>
          <ac:spMkLst>
            <pc:docMk/>
            <pc:sldMk cId="1782132452" sldId="291"/>
            <ac:spMk id="5" creationId="{66130B4C-ADC3-0353-EF95-4D2751459287}"/>
          </ac:spMkLst>
        </pc:spChg>
        <pc:spChg chg="mod">
          <ac:chgData name="أنفال احمد بن حسين السحيب" userId="03285ef5-c520-4680-98af-1ef0f48fabfd" providerId="ADAL" clId="{43815909-3123-4CD8-892B-036A23FF00BC}" dt="2026-05-05T06:45:43.360" v="414" actId="21"/>
          <ac:spMkLst>
            <pc:docMk/>
            <pc:sldMk cId="1782132452" sldId="291"/>
            <ac:spMk id="9" creationId="{88F590A2-27DC-6038-DF94-73C676F4EF7A}"/>
          </ac:spMkLst>
        </pc:spChg>
      </pc:sldChg>
      <pc:sldChg chg="modSp mod">
        <pc:chgData name="أنفال احمد بن حسين السحيب" userId="03285ef5-c520-4680-98af-1ef0f48fabfd" providerId="ADAL" clId="{43815909-3123-4CD8-892B-036A23FF00BC}" dt="2026-05-05T23:30:00.271" v="682" actId="20577"/>
        <pc:sldMkLst>
          <pc:docMk/>
          <pc:sldMk cId="1924930614" sldId="291"/>
        </pc:sldMkLst>
        <pc:spChg chg="mod">
          <ac:chgData name="أنفال احمد بن حسين السحيب" userId="03285ef5-c520-4680-98af-1ef0f48fabfd" providerId="ADAL" clId="{43815909-3123-4CD8-892B-036A23FF00BC}" dt="2026-05-05T23:30:00.271" v="682" actId="20577"/>
          <ac:spMkLst>
            <pc:docMk/>
            <pc:sldMk cId="1924930614" sldId="291"/>
            <ac:spMk id="21" creationId="{612E7BF3-7290-E05C-6372-CAEF5D5828B3}"/>
          </ac:spMkLst>
        </pc:spChg>
      </pc:sldChg>
      <pc:sldChg chg="add del">
        <pc:chgData name="أنفال احمد بن حسين السحيب" userId="03285ef5-c520-4680-98af-1ef0f48fabfd" providerId="ADAL" clId="{43815909-3123-4CD8-892B-036A23FF00BC}" dt="2026-05-05T05:14:47.476" v="141" actId="2696"/>
        <pc:sldMkLst>
          <pc:docMk/>
          <pc:sldMk cId="899279" sldId="292"/>
        </pc:sldMkLst>
      </pc:sldChg>
      <pc:sldChg chg="addSp modSp mod">
        <pc:chgData name="أنفال احمد بن حسين السحيب" userId="03285ef5-c520-4680-98af-1ef0f48fabfd" providerId="ADAL" clId="{43815909-3123-4CD8-892B-036A23FF00BC}" dt="2026-05-05T23:28:14.624" v="675" actId="14100"/>
        <pc:sldMkLst>
          <pc:docMk/>
          <pc:sldMk cId="1194047626" sldId="292"/>
        </pc:sldMkLst>
        <pc:spChg chg="mod">
          <ac:chgData name="أنفال احمد بن حسين السحيب" userId="03285ef5-c520-4680-98af-1ef0f48fabfd" providerId="ADAL" clId="{43815909-3123-4CD8-892B-036A23FF00BC}" dt="2026-05-05T23:27:35.941" v="673" actId="113"/>
          <ac:spMkLst>
            <pc:docMk/>
            <pc:sldMk cId="1194047626" sldId="292"/>
            <ac:spMk id="21" creationId="{0CEBC509-3880-8DF3-866A-DF63964B03FF}"/>
          </ac:spMkLst>
        </pc:spChg>
        <pc:picChg chg="add mod">
          <ac:chgData name="أنفال احمد بن حسين السحيب" userId="03285ef5-c520-4680-98af-1ef0f48fabfd" providerId="ADAL" clId="{43815909-3123-4CD8-892B-036A23FF00BC}" dt="2026-05-05T23:28:14.624" v="675" actId="14100"/>
          <ac:picMkLst>
            <pc:docMk/>
            <pc:sldMk cId="1194047626" sldId="292"/>
            <ac:picMk id="2" creationId="{4CE69A2E-F8DD-59FD-A720-A746B7060D0A}"/>
          </ac:picMkLst>
        </pc:picChg>
      </pc:sldChg>
      <pc:sldChg chg="modSp mod">
        <pc:chgData name="أنفال احمد بن حسين السحيب" userId="03285ef5-c520-4680-98af-1ef0f48fabfd" providerId="ADAL" clId="{43815909-3123-4CD8-892B-036A23FF00BC}" dt="2026-05-05T23:31:23.989" v="745" actId="1076"/>
        <pc:sldMkLst>
          <pc:docMk/>
          <pc:sldMk cId="3366605119" sldId="293"/>
        </pc:sldMkLst>
        <pc:spChg chg="mod">
          <ac:chgData name="أنفال احمد بن حسين السحيب" userId="03285ef5-c520-4680-98af-1ef0f48fabfd" providerId="ADAL" clId="{43815909-3123-4CD8-892B-036A23FF00BC}" dt="2026-05-05T23:31:23.989" v="745" actId="1076"/>
          <ac:spMkLst>
            <pc:docMk/>
            <pc:sldMk cId="3366605119" sldId="293"/>
            <ac:spMk id="21" creationId="{84B3C0B5-9C4F-604C-6D3E-121E475D55F4}"/>
          </ac:spMkLst>
        </pc:spChg>
      </pc:sldChg>
      <pc:sldChg chg="modSp mod">
        <pc:chgData name="أنفال احمد بن حسين السحيب" userId="03285ef5-c520-4680-98af-1ef0f48fabfd" providerId="ADAL" clId="{43815909-3123-4CD8-892B-036A23FF00BC}" dt="2026-05-05T23:26:53.844" v="664" actId="113"/>
        <pc:sldMkLst>
          <pc:docMk/>
          <pc:sldMk cId="1389668727" sldId="294"/>
        </pc:sldMkLst>
        <pc:spChg chg="mod">
          <ac:chgData name="أنفال احمد بن حسين السحيب" userId="03285ef5-c520-4680-98af-1ef0f48fabfd" providerId="ADAL" clId="{43815909-3123-4CD8-892B-036A23FF00BC}" dt="2026-05-05T23:26:53.844" v="664" actId="113"/>
          <ac:spMkLst>
            <pc:docMk/>
            <pc:sldMk cId="1389668727" sldId="294"/>
            <ac:spMk id="21" creationId="{6DC70425-E773-5EBA-DC34-F84FC44BE208}"/>
          </ac:spMkLst>
        </pc:spChg>
      </pc:sldChg>
      <pc:sldChg chg="modSp mod">
        <pc:chgData name="أنفال احمد بن حسين السحيب" userId="03285ef5-c520-4680-98af-1ef0f48fabfd" providerId="ADAL" clId="{43815909-3123-4CD8-892B-036A23FF00BC}" dt="2026-05-05T23:25:42.516" v="655" actId="113"/>
        <pc:sldMkLst>
          <pc:docMk/>
          <pc:sldMk cId="4149489950" sldId="295"/>
        </pc:sldMkLst>
        <pc:spChg chg="mod">
          <ac:chgData name="أنفال احمد بن حسين السحيب" userId="03285ef5-c520-4680-98af-1ef0f48fabfd" providerId="ADAL" clId="{43815909-3123-4CD8-892B-036A23FF00BC}" dt="2026-05-05T23:25:42.516" v="655" actId="113"/>
          <ac:spMkLst>
            <pc:docMk/>
            <pc:sldMk cId="4149489950" sldId="295"/>
            <ac:spMk id="21" creationId="{796C315C-C0B8-6141-A9BC-7215328A532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ed3401ed3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ed3401ed3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e1d838b62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e1d838b62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01C3D2-200F-720D-C643-94BF3BDC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B1F5E2EF-F8E7-B5CB-A6EE-FED3148F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5E4532E-B944-2D99-786F-B650A3BCF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41959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BC3F230-5BB7-76A2-8EFA-61C74490D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014714C-D430-2789-E09F-E7A14FB42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AB015DF9-3562-47B2-6EA0-B581E5A8A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7768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2282F08-DC64-401C-B39A-FC918BCD2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EAC668A2-C5A2-4187-5544-CA0199844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138B16AA-D2C1-ECFC-F3BC-F1DF68843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87147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0C513BA6-EA23-79F7-549D-6D2F4CCFB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477A90C4-BE92-7F95-404A-1151A9232A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2F1532AE-D0CA-5308-ACD9-F9A0F5F851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9032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4D4429AA-23D7-BCAC-2205-D4D9B227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F8FE2B5B-9B42-8042-E0E6-C539C52AF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F1A55DC6-2FFD-9598-CE2B-DBAD116BD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386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BEADAD0B-9924-CAB1-6D4C-4CCF9B7AD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3fb61485ab_0_110:notes">
            <a:extLst>
              <a:ext uri="{FF2B5EF4-FFF2-40B4-BE49-F238E27FC236}">
                <a16:creationId xmlns:a16="http://schemas.microsoft.com/office/drawing/2014/main" id="{CD1A06D9-CF74-22E9-8304-C13761DE1A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3fb61485ab_0_110:notes">
            <a:extLst>
              <a:ext uri="{FF2B5EF4-FFF2-40B4-BE49-F238E27FC236}">
                <a16:creationId xmlns:a16="http://schemas.microsoft.com/office/drawing/2014/main" id="{34284A4D-DA0D-E048-890F-C77C2B7B9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272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1d838b627_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1d838b627_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e1d838b62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e1d838b62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c256b65b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c256b65b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ce8261fc0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ce8261fc0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e1d838b627_4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e1d838b627_4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3fb61485ab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3fb61485ab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ce8261fc04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ce8261fc04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ce8261fc04_0_7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ce8261fc04_0_7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ce8261fc04_0_7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ce8261fc04_0_7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e8261fc04_0_7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ce8261fc04_0_7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ce8261fc04_0_7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ce8261fc04_0_7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e8261fc04_0_7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ce8261fc04_0_7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ce8261fc04_0_7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3ce8261fc04_0_7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Google Shape;1050;g3ce8261fc04_0_7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1" name="Google Shape;1051;g3ce8261fc04_0_7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g3ce8261fc04_0_8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3" name="Google Shape;1363;g3ce8261fc04_0_8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Google Shape;1397;g3ce8261fc04_0_8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8" name="Google Shape;1398;g3ce8261fc04_0_8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Google Shape;1630;g3ce8261fc04_0_85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1" name="Google Shape;1631;g3ce8261fc04_0_85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3ce8261fc04_0_8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3ce8261fc04_0_8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5" name="Google Shape;2265;g3ce8261fc04_0_9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6" name="Google Shape;2266;g3ce8261fc04_0_9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2" name="Google Shape;2692;g3ce8261fc04_0_95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3" name="Google Shape;2693;g3ce8261fc04_0_95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2" name="Google Shape;3332;g3ce8261fc04_0_10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3" name="Google Shape;3333;g3ce8261fc04_0_10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2" name="Google Shape;4022;g3ce8261fc04_0_10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3" name="Google Shape;4023;g3ce8261fc04_0_108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g3ce8261fc04_0_115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7" name="Google Shape;4647;g3ce8261fc04_0_115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7" name="Google Shape;4907;g3ce8261fc04_0_117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8" name="Google Shape;4908;g3ce8261fc04_0_117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7" name="Google Shape;5337;g3ce8261fc04_0_14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8" name="Google Shape;5338;g3ce8261fc04_0_14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>
            <a:spLocks noGrp="1"/>
          </p:cNvSpPr>
          <p:nvPr>
            <p:ph type="pic" idx="2"/>
          </p:nvPr>
        </p:nvSpPr>
        <p:spPr>
          <a:xfrm>
            <a:off x="-1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42900" y="342902"/>
            <a:ext cx="3833700" cy="145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800" b="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42900" y="4457971"/>
            <a:ext cx="3141900" cy="33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35568" t="2177" r="28362" b="651"/>
          <a:stretch/>
        </p:blipFill>
        <p:spPr>
          <a:xfrm rot="-5400000">
            <a:off x="1990225" y="-1980201"/>
            <a:ext cx="5163551" cy="912395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8443500" cy="33861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730750" y="3849950"/>
            <a:ext cx="7070400" cy="949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37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3" hasCustomPrompt="1"/>
          </p:nvPr>
        </p:nvSpPr>
        <p:spPr>
          <a:xfrm>
            <a:off x="342900" y="3800301"/>
            <a:ext cx="1283400" cy="910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4200">
                <a:solidFill>
                  <a:schemeClr val="accent2"/>
                </a:solidFill>
                <a:latin typeface="Unbounded SemiBold"/>
                <a:ea typeface="Unbounded SemiBold"/>
                <a:cs typeface="Unbounded SemiBold"/>
                <a:sym typeface="Unbound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>
            <a:spLocks noGrp="1"/>
          </p:cNvSpPr>
          <p:nvPr>
            <p:ph type="pic" idx="5"/>
          </p:nvPr>
        </p:nvSpPr>
        <p:spPr>
          <a:xfrm>
            <a:off x="6206075" y="800100"/>
            <a:ext cx="2580300" cy="3771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3" name="Google Shape;33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1400"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3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791" t="4889" r="17797" b="39872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3"/>
          <p:cNvSpPr>
            <a:spLocks noGrp="1"/>
          </p:cNvSpPr>
          <p:nvPr>
            <p:ph type="pic" idx="2"/>
          </p:nvPr>
        </p:nvSpPr>
        <p:spPr>
          <a:xfrm>
            <a:off x="342900" y="3469850"/>
            <a:ext cx="8458200" cy="13308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sz="16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13" hasCustomPrompt="1"/>
          </p:nvPr>
        </p:nvSpPr>
        <p:spPr>
          <a:xfrm>
            <a:off x="834828" y="2954256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14" hasCustomPrompt="1"/>
          </p:nvPr>
        </p:nvSpPr>
        <p:spPr>
          <a:xfrm>
            <a:off x="834829" y="1661639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5" hasCustomPrompt="1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6" hasCustomPrompt="1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title" idx="17" hasCustomPrompt="1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18" hasCustomPrompt="1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19" hasCustomPrompt="1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20" hasCustomPrompt="1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2000">
                <a:solidFill>
                  <a:schemeClr val="accent1"/>
                </a:solidFill>
                <a:latin typeface="Unbounded ExtraBold"/>
                <a:ea typeface="Unbounded ExtraBold"/>
                <a:cs typeface="Unbounded ExtraBold"/>
                <a:sym typeface="Unbounded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17209" t="36724" r="17801" b="7541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47472" y="794675"/>
            <a:ext cx="8022000" cy="69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subTitle" idx="1"/>
          </p:nvPr>
        </p:nvSpPr>
        <p:spPr>
          <a:xfrm>
            <a:off x="3352800" y="2376025"/>
            <a:ext cx="5562600" cy="25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5" title="paint-drops-black-background.jpg"/>
          <p:cNvPicPr preferRelativeResize="0"/>
          <p:nvPr/>
        </p:nvPicPr>
        <p:blipFill rotWithShape="1">
          <a:blip r:embed="rId2">
            <a:alphaModFix/>
          </a:blip>
          <a:srcRect t="14237"/>
          <a:stretch/>
        </p:blipFill>
        <p:spPr>
          <a:xfrm rot="10800000">
            <a:off x="-1" y="0"/>
            <a:ext cx="914400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342900" y="342900"/>
            <a:ext cx="4229100" cy="44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"/>
              <a:buNone/>
              <a:defRPr sz="26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paint-drops-black-background.jpg"/>
          <p:cNvPicPr preferRelativeResize="0"/>
          <p:nvPr/>
        </p:nvPicPr>
        <p:blipFill rotWithShape="1">
          <a:blip r:embed="rId2">
            <a:alphaModFix/>
          </a:blip>
          <a:srcRect l="27165" t="415" r="36395" b="820"/>
          <a:stretch/>
        </p:blipFill>
        <p:spPr>
          <a:xfrm rot="5400000">
            <a:off x="2000250" y="-2000249"/>
            <a:ext cx="5143501" cy="91440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228600" y="577077"/>
            <a:ext cx="4500900" cy="78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82" name="Google Shape;82;p17"/>
          <p:cNvSpPr txBox="1"/>
          <p:nvPr/>
        </p:nvSpPr>
        <p:spPr>
          <a:xfrm>
            <a:off x="4188627" y="2561750"/>
            <a:ext cx="47295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endParaRPr sz="11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includes icons,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1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8" title="back-1.jpg"/>
          <p:cNvPicPr preferRelativeResize="0"/>
          <p:nvPr/>
        </p:nvPicPr>
        <p:blipFill rotWithShape="1">
          <a:blip r:embed="rId2">
            <a:alphaModFix/>
          </a:blip>
          <a:srcRect r="28413" b="26172"/>
          <a:stretch/>
        </p:blipFill>
        <p:spPr>
          <a:xfrm>
            <a:off x="0" y="-13850"/>
            <a:ext cx="914400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 title="back-2.jpg"/>
          <p:cNvPicPr preferRelativeResize="0"/>
          <p:nvPr/>
        </p:nvPicPr>
        <p:blipFill rotWithShape="1">
          <a:blip r:embed="rId2">
            <a:alphaModFix/>
          </a:blip>
          <a:srcRect l="1980" t="-1102"/>
          <a:stretch/>
        </p:blipFill>
        <p:spPr>
          <a:xfrm rot="10800000">
            <a:off x="3" y="-1"/>
            <a:ext cx="9143997" cy="5162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Unbounded Light"/>
              <a:buNone/>
              <a:defRPr sz="2600">
                <a:solidFill>
                  <a:schemeClr val="dk1"/>
                </a:solidFill>
                <a:latin typeface="Unbounded Light"/>
                <a:ea typeface="Unbounded Light"/>
                <a:cs typeface="Unbounded Light"/>
                <a:sym typeface="Unbounded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●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○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■"/>
              <a:defRPr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20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bit.ly/3A1uf1Q" TargetMode="External"/><Relationship Id="rId13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3" Type="http://schemas.openxmlformats.org/officeDocument/2006/relationships/slide" Target="slide24.xml"/><Relationship Id="rId7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12" Type="http://schemas.openxmlformats.org/officeDocument/2006/relationships/hyperlink" Target="https://www.freepik.com/ai?utm_source=slidesgo_template&amp;utm_medium=referral-link&amp;utm_campaign=promo-slide&amp;utm_term=slidesgo&amp;utm_content=freepi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32.xml"/><Relationship Id="rId11" Type="http://schemas.openxmlformats.org/officeDocument/2006/relationships/hyperlink" Target="http://bit.ly/33VAFh3" TargetMode="External"/><Relationship Id="rId5" Type="http://schemas.openxmlformats.org/officeDocument/2006/relationships/slide" Target="slide21.xml"/><Relationship Id="rId10" Type="http://schemas.openxmlformats.org/officeDocument/2006/relationships/hyperlink" Target="http://bit.ly/30B07Gq" TargetMode="External"/><Relationship Id="rId4" Type="http://schemas.openxmlformats.org/officeDocument/2006/relationships/image" Target="../media/image15.png"/><Relationship Id="rId9" Type="http://schemas.openxmlformats.org/officeDocument/2006/relationships/hyperlink" Target="https://slidesgo.com/ai?utm_source=Slidesgo_template&amp;utm_medium=referral-link&amp;utm_campaign=sg_credits&amp;utm_term=Slidesgo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2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2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Unbounded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fonts.google.com/specimen/Raleway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hyperlink" Target="https://slidesgo.com/ai-presentations#rs=banner-top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4" title="portada-estrellada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" r="3025"/>
          <a:stretch/>
        </p:blipFill>
        <p:spPr>
          <a:xfrm>
            <a:off x="4674478" y="-1"/>
            <a:ext cx="4469524" cy="5048907"/>
          </a:xfrm>
          <a:prstGeom prst="rect">
            <a:avLst/>
          </a:prstGeom>
        </p:spPr>
      </p:pic>
      <p:sp>
        <p:nvSpPr>
          <p:cNvPr id="104" name="Google Shape;104;p24"/>
          <p:cNvSpPr txBox="1">
            <a:spLocks noGrp="1"/>
          </p:cNvSpPr>
          <p:nvPr>
            <p:ph type="ctrTitle"/>
          </p:nvPr>
        </p:nvSpPr>
        <p:spPr>
          <a:xfrm>
            <a:off x="90652" y="1755883"/>
            <a:ext cx="6420505" cy="280823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3200" b="1" dirty="0"/>
              <a:t>A Comparative Study Between Traditional XAI Frameworks and 2026 Next-Gen Tools </a:t>
            </a:r>
            <a:br>
              <a:rPr lang="en-GB" sz="3200" b="1" dirty="0"/>
            </a:br>
            <a:br>
              <a:rPr lang="en-GB" sz="3200" b="1" dirty="0"/>
            </a:br>
            <a:endParaRPr sz="3200" b="1" dirty="0">
              <a:latin typeface="Raleway"/>
              <a:sym typeface="Unbounded Black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1E8DDD-6147-8E06-1DA9-C57904EF89AC}"/>
              </a:ext>
            </a:extLst>
          </p:cNvPr>
          <p:cNvSpPr txBox="1"/>
          <p:nvPr/>
        </p:nvSpPr>
        <p:spPr>
          <a:xfrm>
            <a:off x="1412983" y="289038"/>
            <a:ext cx="6113079" cy="856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buNone/>
            </a:pPr>
            <a:r>
              <a:rPr lang="en-US" sz="2400" dirty="0">
                <a:solidFill>
                  <a:schemeClr val="dk1"/>
                </a:solidFill>
                <a:latin typeface="Unbounded Light"/>
                <a:sym typeface="Unbounded Light"/>
              </a:rPr>
              <a:t>Selected topics in computer science project</a:t>
            </a:r>
            <a:endParaRPr lang="en-GB" sz="2400" dirty="0">
              <a:solidFill>
                <a:schemeClr val="dk1"/>
              </a:solidFill>
              <a:latin typeface="Unbounded Light"/>
              <a:sym typeface="Unbounded Ligh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E1F63-49A0-9330-8B27-BECA08A0FDE1}"/>
              </a:ext>
            </a:extLst>
          </p:cNvPr>
          <p:cNvSpPr txBox="1"/>
          <p:nvPr/>
        </p:nvSpPr>
        <p:spPr>
          <a:xfrm>
            <a:off x="73736" y="4148618"/>
            <a:ext cx="637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Project Team: Anfal, </a:t>
            </a:r>
            <a:r>
              <a:rPr lang="en-GB" sz="2400" dirty="0" err="1">
                <a:solidFill>
                  <a:schemeClr val="dk1"/>
                </a:solidFill>
                <a:latin typeface="Unbounded Light"/>
                <a:sym typeface="Raleway"/>
              </a:rPr>
              <a:t>Atekah</a:t>
            </a:r>
            <a:b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</a:br>
            <a:r>
              <a:rPr lang="en-GB" sz="2400" dirty="0">
                <a:solidFill>
                  <a:schemeClr val="dk1"/>
                </a:solidFill>
                <a:latin typeface="Unbounded Light"/>
                <a:sym typeface="Raleway"/>
              </a:rPr>
              <a:t>Submitted to: </a:t>
            </a:r>
            <a:r>
              <a:rPr lang="en-US" sz="2400" dirty="0">
                <a:solidFill>
                  <a:schemeClr val="dk1"/>
                </a:solidFill>
                <a:latin typeface="Unbounded Light"/>
              </a:rPr>
              <a:t>Dr. Hala Hamdoun</a:t>
            </a:r>
            <a:endParaRPr lang="en-GB" sz="2400" dirty="0">
              <a:solidFill>
                <a:schemeClr val="dk1"/>
              </a:solidFill>
              <a:latin typeface="Unbounded Light"/>
            </a:endParaRPr>
          </a:p>
        </p:txBody>
      </p:sp>
      <p:pic>
        <p:nvPicPr>
          <p:cNvPr id="1030" name="Picture 6" descr="King Faisal University - Wikipedia">
            <a:extLst>
              <a:ext uri="{FF2B5EF4-FFF2-40B4-BE49-F238E27FC236}">
                <a16:creationId xmlns:a16="http://schemas.microsoft.com/office/drawing/2014/main" id="{7071F731-FCD4-721A-2062-ED20468A5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882" y="94594"/>
            <a:ext cx="1245791" cy="1245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6" title="drone-delivery-futuristic-city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744" t="2712" r="1322" b="69037"/>
          <a:stretch/>
        </p:blipFill>
        <p:spPr>
          <a:xfrm>
            <a:off x="342900" y="3469850"/>
            <a:ext cx="8458200" cy="1330800"/>
          </a:xfrm>
          <a:prstGeom prst="roundRect">
            <a:avLst>
              <a:gd name="adj" fmla="val 16667"/>
            </a:avLst>
          </a:prstGeom>
        </p:spPr>
      </p:pic>
      <p:sp>
        <p:nvSpPr>
          <p:cNvPr id="153" name="Google Shape;153;p26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TABLE</a:t>
            </a:r>
            <a:r>
              <a:rPr lang="en"/>
              <a:t> OF CONTENTS</a:t>
            </a:r>
            <a:endParaRPr b="0"/>
          </a:p>
        </p:txBody>
      </p:sp>
      <p:sp>
        <p:nvSpPr>
          <p:cNvPr id="154" name="Google Shape;154;p26"/>
          <p:cNvSpPr txBox="1">
            <a:spLocks noGrp="1"/>
          </p:cNvSpPr>
          <p:nvPr>
            <p:ph type="subTitle" idx="1"/>
          </p:nvPr>
        </p:nvSpPr>
        <p:spPr>
          <a:xfrm>
            <a:off x="175262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Introduction &amp; Problem Formulation</a:t>
            </a:r>
          </a:p>
        </p:txBody>
      </p:sp>
      <p:sp>
        <p:nvSpPr>
          <p:cNvPr id="155" name="Google Shape;155;p26"/>
          <p:cNvSpPr txBox="1">
            <a:spLocks noGrp="1"/>
          </p:cNvSpPr>
          <p:nvPr>
            <p:ph type="subTitle" idx="3"/>
          </p:nvPr>
        </p:nvSpPr>
        <p:spPr>
          <a:xfrm>
            <a:off x="1752627" y="163802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Proposed Method / Approach</a:t>
            </a:r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4"/>
          </p:nvPr>
        </p:nvSpPr>
        <p:spPr>
          <a:xfrm>
            <a:off x="1752627" y="228423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System Design &amp; Workflow</a:t>
            </a:r>
          </a:p>
        </p:txBody>
      </p:sp>
      <p:sp>
        <p:nvSpPr>
          <p:cNvPr id="157" name="Google Shape;157;p26"/>
          <p:cNvSpPr txBox="1">
            <a:spLocks noGrp="1"/>
          </p:cNvSpPr>
          <p:nvPr>
            <p:ph type="subTitle" idx="5"/>
          </p:nvPr>
        </p:nvSpPr>
        <p:spPr>
          <a:xfrm>
            <a:off x="1752627" y="2930443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Dataset &amp; Experimental Setup</a:t>
            </a:r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6"/>
          </p:nvPr>
        </p:nvSpPr>
        <p:spPr>
          <a:xfrm>
            <a:off x="5496977" y="991818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b="1" dirty="0"/>
              <a:t>Implementation Details</a:t>
            </a:r>
          </a:p>
        </p:txBody>
      </p:sp>
      <p:sp>
        <p:nvSpPr>
          <p:cNvPr id="159" name="Google Shape;159;p26"/>
          <p:cNvSpPr txBox="1">
            <a:spLocks noGrp="1"/>
          </p:cNvSpPr>
          <p:nvPr>
            <p:ph type="subTitle" idx="7"/>
          </p:nvPr>
        </p:nvSpPr>
        <p:spPr>
          <a:xfrm>
            <a:off x="5496977" y="1638025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b="1" dirty="0"/>
              <a:t>Results</a:t>
            </a:r>
            <a:endParaRPr lang="en-US" b="1" dirty="0"/>
          </a:p>
        </p:txBody>
      </p:sp>
      <p:sp>
        <p:nvSpPr>
          <p:cNvPr id="160" name="Google Shape;160;p26"/>
          <p:cNvSpPr txBox="1">
            <a:spLocks noGrp="1"/>
          </p:cNvSpPr>
          <p:nvPr>
            <p:ph type="subTitle" idx="8"/>
          </p:nvPr>
        </p:nvSpPr>
        <p:spPr>
          <a:xfrm>
            <a:off x="5496977" y="2284231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b="1" dirty="0"/>
              <a:t>Discussion</a:t>
            </a:r>
            <a:endParaRPr lang="en-US" b="1" dirty="0"/>
          </a:p>
        </p:txBody>
      </p:sp>
      <p:sp>
        <p:nvSpPr>
          <p:cNvPr id="161" name="Google Shape;161;p26"/>
          <p:cNvSpPr txBox="1">
            <a:spLocks noGrp="1"/>
          </p:cNvSpPr>
          <p:nvPr>
            <p:ph type="subTitle" idx="9"/>
          </p:nvPr>
        </p:nvSpPr>
        <p:spPr>
          <a:xfrm>
            <a:off x="5496977" y="2930437"/>
            <a:ext cx="27999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b="1" dirty="0"/>
              <a:t>Conclusion</a:t>
            </a:r>
            <a:r>
              <a:rPr lang="en-GB" dirty="0"/>
              <a:t> </a:t>
            </a:r>
            <a:endParaRPr dirty="0"/>
          </a:p>
        </p:txBody>
      </p:sp>
      <p:sp>
        <p:nvSpPr>
          <p:cNvPr id="162" name="Google Shape;162;p26"/>
          <p:cNvSpPr txBox="1">
            <a:spLocks noGrp="1"/>
          </p:cNvSpPr>
          <p:nvPr>
            <p:ph type="title" idx="13"/>
          </p:nvPr>
        </p:nvSpPr>
        <p:spPr>
          <a:xfrm>
            <a:off x="834828" y="2954256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title" idx="14"/>
          </p:nvPr>
        </p:nvSpPr>
        <p:spPr>
          <a:xfrm>
            <a:off x="834829" y="1661639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title" idx="15"/>
          </p:nvPr>
        </p:nvSpPr>
        <p:spPr>
          <a:xfrm>
            <a:off x="835656" y="1015631"/>
            <a:ext cx="864300" cy="3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title" idx="16"/>
          </p:nvPr>
        </p:nvSpPr>
        <p:spPr>
          <a:xfrm>
            <a:off x="834828" y="2307948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title" idx="17"/>
          </p:nvPr>
        </p:nvSpPr>
        <p:spPr>
          <a:xfrm>
            <a:off x="4591866" y="1661837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title" idx="18"/>
          </p:nvPr>
        </p:nvSpPr>
        <p:spPr>
          <a:xfrm>
            <a:off x="4591864" y="2308043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07</a:t>
            </a:r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title" idx="19"/>
          </p:nvPr>
        </p:nvSpPr>
        <p:spPr>
          <a:xfrm>
            <a:off x="4591866" y="2954250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08</a:t>
            </a:r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title" idx="20"/>
          </p:nvPr>
        </p:nvSpPr>
        <p:spPr>
          <a:xfrm>
            <a:off x="4591866" y="1015631"/>
            <a:ext cx="8658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88172-3ADD-1F20-5224-4868581C8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FFFFC61-5AD2-79B5-4A61-0E99BF22B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Introduction &amp; Problem Formulation</a:t>
            </a:r>
            <a:br>
              <a:rPr lang="it-IT" b="1" dirty="0"/>
            </a:br>
            <a:endParaRPr lang="ar-SA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EBC509-3880-8DF3-866A-DF63964B03FF}"/>
              </a:ext>
            </a:extLst>
          </p:cNvPr>
          <p:cNvSpPr txBox="1"/>
          <p:nvPr/>
        </p:nvSpPr>
        <p:spPr>
          <a:xfrm>
            <a:off x="342899" y="1088042"/>
            <a:ext cx="8458199" cy="26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Problem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Black‑box transparency gap in clinical AI.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Goal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Evaluate latency &amp; efficiency of next‑gen XAI (Captum) vs. traditional (LIME, SHAP).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Task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Binary classification (Malignant / Benign) on tabular medical data.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Input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30‑dimensional feature vector (Wisconsin Breast Cancer dataset).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Output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Diagnosis + local feature importance map.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Success criteria: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Accuracy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&gt; 90% (achieved 95.61%)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Interpretability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latency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≤ 10 ms for real‑time decisions</a:t>
            </a:r>
          </a:p>
        </p:txBody>
      </p:sp>
      <p:pic>
        <p:nvPicPr>
          <p:cNvPr id="2" name="Google Shape;204;p31" title="3d-rendering-futuristic-technologies.jpg">
            <a:extLst>
              <a:ext uri="{FF2B5EF4-FFF2-40B4-BE49-F238E27FC236}">
                <a16:creationId xmlns:a16="http://schemas.microsoft.com/office/drawing/2014/main" id="{4CE69A2E-F8DD-59FD-A720-A746B7060D0A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2">
            <a:alphaModFix/>
          </a:blip>
          <a:srcRect t="8854" b="8862"/>
          <a:stretch/>
        </p:blipFill>
        <p:spPr>
          <a:xfrm>
            <a:off x="5368159" y="2956034"/>
            <a:ext cx="3775844" cy="218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047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900C5AC-B178-1826-ED3F-D488C7385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Proposed Method / Approach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2E7BF3-7290-E05C-6372-CAEF5D5828B3}"/>
              </a:ext>
            </a:extLst>
          </p:cNvPr>
          <p:cNvSpPr txBox="1"/>
          <p:nvPr/>
        </p:nvSpPr>
        <p:spPr>
          <a:xfrm>
            <a:off x="342899" y="1088042"/>
            <a:ext cx="8458199" cy="32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Primary classifier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Custom DNN with GELU activation &amp; residual connections.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XAI frameworks compared: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SHAP (DeepExplainer) – game‑theory based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LIME (LimeTabularExplainer) – local surrogate model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 (DeepLIFT, Integrated Gradients) – gradient‑based, </a:t>
            </a:r>
            <a:r>
              <a:rPr lang="it-IT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PyTorch</a:t>
            </a:r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Why compare?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SHAP/LIME: 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perturbation‑based → many model evaluations → high latency (&gt;90 ms)</a:t>
            </a:r>
          </a:p>
          <a:p>
            <a:pPr marL="2857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Captum: 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native gradient attribution → single backward pass → low latency (&lt;10 ms)</a:t>
            </a:r>
          </a:p>
        </p:txBody>
      </p:sp>
    </p:spTree>
    <p:extLst>
      <p:ext uri="{BB962C8B-B14F-4D97-AF65-F5344CB8AC3E}">
        <p14:creationId xmlns:p14="http://schemas.microsoft.com/office/powerpoint/2010/main" val="1924930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9ADDE-86EB-73AF-0498-DA50F85BC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C18309-6118-8668-F53A-223D76EE2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System Design &amp; Workflow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B3C0B5-9C4F-604C-6D3E-121E475D55F4}"/>
              </a:ext>
            </a:extLst>
          </p:cNvPr>
          <p:cNvSpPr txBox="1"/>
          <p:nvPr/>
        </p:nvSpPr>
        <p:spPr>
          <a:xfrm>
            <a:off x="248306" y="915600"/>
            <a:ext cx="8458199" cy="24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Architecture </a:t>
            </a:r>
            <a:r>
              <a:rPr lang="it-IT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diagram</a:t>
            </a:r>
            <a:endParaRPr lang="it-IT" b="1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Three main components:</a:t>
            </a:r>
          </a:p>
          <a:p>
            <a:pPr lvl="1"/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Data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Breast Cancer dataset → train/val/test split → standardization → PyTorch tensors.</a:t>
            </a:r>
          </a:p>
          <a:p>
            <a:pPr lvl="1"/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Model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Residual DNN (256→128→64→32 neurons) with GELU &amp; BatchNorm.</a:t>
            </a:r>
          </a:p>
          <a:p>
            <a:pPr lvl="1"/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Explanation engines: 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SHAP, LIME, Captum (including Layer Conductance for neuron‑level insight).</a:t>
            </a:r>
          </a:p>
          <a:p>
            <a:pPr lvl="1"/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Step‑by‑step workflow: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Fetch data → train model (50 epochs, AdamW, label smoothing) → select patient sample → run XAI engines → measure latency &amp; attribution quality.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C0AF4DF-20E4-C6EB-F5CF-758D00FA9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43" y="3076605"/>
            <a:ext cx="5274310" cy="1957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605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1D928-1E80-F336-7191-0814AD6B6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5FB228-48B0-81B3-91DE-58C0A127F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Dataset &amp; Experimental Setup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C70425-E773-5EBA-DC34-F84FC44BE208}"/>
              </a:ext>
            </a:extLst>
          </p:cNvPr>
          <p:cNvSpPr txBox="1"/>
          <p:nvPr/>
        </p:nvSpPr>
        <p:spPr>
          <a:xfrm>
            <a:off x="342900" y="1088042"/>
            <a:ext cx="8458200" cy="32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Dataset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 Breast Cancer Wisconsin (Diagnostic), UCI.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569 samples, 30 features, 2 classes (Malignant/</a:t>
            </a:r>
            <a:r>
              <a:rPr lang="it-IT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Benign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).</a:t>
            </a:r>
          </a:p>
          <a:p>
            <a:pPr lvl="1"/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/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Split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 Train 364 (64%), Validation 91 (16%), Test 114 (20%).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Preprocessing: StandardScaler → zero mean, unit variance → PyTorch tensors (float32).</a:t>
            </a:r>
          </a:p>
          <a:p>
            <a:pPr lvl="1"/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Experimental Setup: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Framework: </a:t>
            </a:r>
            <a:r>
              <a:rPr lang="it-IT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PyTorch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</a:p>
          <a:p>
            <a:pPr lvl="1"/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/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Model config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 4 residual blocks (256,128,64,32 </a:t>
            </a:r>
            <a:r>
              <a:rPr lang="it-IT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neurons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).</a:t>
            </a:r>
          </a:p>
          <a:p>
            <a:pPr lvl="1"/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/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Training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: 50 epochs, batch size = full batch (364), LR = 1e-3, Optimizer = AdamW (weight decay 1e-4), Loss = CrossEntropy with label smoothing (0.05).</a:t>
            </a:r>
          </a:p>
          <a:p>
            <a:pPr marL="285750" lvl="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668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A1553-37F5-1CF2-51E3-ADC0BCD33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11495F-7BE4-E0D8-6D2E-C7FF254D8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Implementation Details 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6C315C-C0B8-6141-A9BC-7215328A5329}"/>
              </a:ext>
            </a:extLst>
          </p:cNvPr>
          <p:cNvSpPr txBox="1"/>
          <p:nvPr/>
        </p:nvSpPr>
        <p:spPr>
          <a:xfrm>
            <a:off x="342900" y="1088042"/>
            <a:ext cx="84582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Model construction: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Advanced Residual DNN (PyTorch nn.Module).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Skip connection: projects output of first block to third block → preserves gradients, improves XAI attribution.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Activation: GELU, Normalization: </a:t>
            </a:r>
            <a:r>
              <a:rPr lang="it-IT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BatchNorm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</a:p>
          <a:p>
            <a:pPr lvl="1"/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Training process: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AdamW optimizer, learning rate 1e-3, weight decay 1e-4.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Label smoothing (0.05) → avoids over‑confident wrong </a:t>
            </a:r>
            <a:r>
              <a:rPr lang="it-IT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predictions</a:t>
            </a:r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</a:p>
          <a:p>
            <a:pPr lvl="1"/>
            <a:endParaRPr lang="it-IT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it-IT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Testing &amp; XAI inference: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Test accuracy: 95.61%.</a:t>
            </a:r>
          </a:p>
          <a:p>
            <a:pPr lvl="1"/>
            <a:r>
              <a:rPr lang="it-IT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Single sample (Patient #7) used for benchmarking all three XAI engines.</a:t>
            </a:r>
          </a:p>
        </p:txBody>
      </p:sp>
    </p:spTree>
    <p:extLst>
      <p:ext uri="{BB962C8B-B14F-4D97-AF65-F5344CB8AC3E}">
        <p14:creationId xmlns:p14="http://schemas.microsoft.com/office/powerpoint/2010/main" val="4149489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/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 Result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647316-CD8A-98DF-AF55-26FBEF18E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838" y="1540740"/>
            <a:ext cx="5274310" cy="32759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5E58055-76D2-670E-D5A0-2CA3187D3E2B}"/>
              </a:ext>
            </a:extLst>
          </p:cNvPr>
          <p:cNvSpPr txBox="1"/>
          <p:nvPr/>
        </p:nvSpPr>
        <p:spPr>
          <a:xfrm>
            <a:off x="270971" y="960823"/>
            <a:ext cx="4625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 graph below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compares the speed of XAI tools </a:t>
            </a:r>
            <a:endParaRPr lang="en-GB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B4F7EB97-F365-FE58-5211-DFB793984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05EE207A-D935-F3ED-4CAA-12B70473BD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5452F-A953-B9CC-F052-8EBD7ADA70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85" y="939309"/>
            <a:ext cx="4907389" cy="408200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694462-18AE-3DB6-F043-F8124C8CB680}"/>
              </a:ext>
            </a:extLst>
          </p:cNvPr>
          <p:cNvSpPr txBox="1"/>
          <p:nvPr/>
        </p:nvSpPr>
        <p:spPr>
          <a:xfrm>
            <a:off x="2015969" y="150943"/>
            <a:ext cx="60933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  <a:sym typeface="Raleway"/>
              </a:rPr>
              <a:t>compares the performance of different Explainable AI (XAI) tools in evaluating the key attributes for medical diagnosis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12D4A-0B91-0623-79B6-B276EEEFB106}"/>
              </a:ext>
            </a:extLst>
          </p:cNvPr>
          <p:cNvSpPr txBox="1"/>
          <p:nvPr/>
        </p:nvSpPr>
        <p:spPr>
          <a:xfrm>
            <a:off x="5057774" y="821281"/>
            <a:ext cx="4048764" cy="45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This chart shows that XAI tools do not always agree. For example, in features like radius3, SHAP suggests a strong positive impact, while LIME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 suggest a negative one. This proves that relying on a single explanation tool can be misleading in medical diagnosis.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/>
              <a:buAutoNum type="arabicPeriod"/>
            </a:pP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When all three tools (SHAP, LIME, and </a:t>
            </a:r>
            <a:r>
              <a:rPr lang="en-GB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) agree on the direction of a feature, such as texture3, it provides 'High Confidence' in the explanation. This consensus helps doctors trust that these specific features are the true drivers behind the model's decision.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GB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1699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385B088-190F-A4E9-448B-636034981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7777A0E-70C1-60CF-4AE1-6D7EFAB85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04B3C-E401-C100-1300-63E8B6695985}"/>
              </a:ext>
            </a:extLst>
          </p:cNvPr>
          <p:cNvSpPr txBox="1"/>
          <p:nvPr/>
        </p:nvSpPr>
        <p:spPr>
          <a:xfrm>
            <a:off x="2195349" y="257797"/>
            <a:ext cx="64486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This table below provides an overview attribution methods provided by the </a:t>
            </a:r>
            <a:r>
              <a:rPr lang="en-GB" dirty="0" err="1">
                <a:solidFill>
                  <a:schemeClr val="tx1"/>
                </a:solidFill>
              </a:rPr>
              <a:t>Captum</a:t>
            </a:r>
            <a:r>
              <a:rPr lang="en-GB" dirty="0">
                <a:solidFill>
                  <a:schemeClr val="tx1"/>
                </a:solidFill>
              </a:rPr>
              <a:t> library for Explainable AI (XAI). These methods are designed to interpret the process of DNN.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00CF22-C87C-B2FB-4578-CC0310CD1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724327"/>
              </p:ext>
            </p:extLst>
          </p:nvPr>
        </p:nvGraphicFramePr>
        <p:xfrm>
          <a:off x="712788" y="1225929"/>
          <a:ext cx="7718424" cy="3855088"/>
        </p:xfrm>
        <a:graphic>
          <a:graphicData uri="http://schemas.openxmlformats.org/drawingml/2006/table">
            <a:tbl>
              <a:tblPr firstRow="1" firstCol="1" bandRow="1">
                <a:tableStyleId>{1AF50DF2-D2A3-4BB3-9EA8-53A05BD797B1}</a:tableStyleId>
              </a:tblPr>
              <a:tblGrid>
                <a:gridCol w="2572808">
                  <a:extLst>
                    <a:ext uri="{9D8B030D-6E8A-4147-A177-3AD203B41FA5}">
                      <a16:colId xmlns:a16="http://schemas.microsoft.com/office/drawing/2014/main" val="3729027398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29514485"/>
                    </a:ext>
                  </a:extLst>
                </a:gridCol>
                <a:gridCol w="2572808">
                  <a:extLst>
                    <a:ext uri="{9D8B030D-6E8A-4147-A177-3AD203B41FA5}">
                      <a16:colId xmlns:a16="http://schemas.microsoft.com/office/drawing/2014/main" val="15133985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Method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Technical Mechanism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Key Benefit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912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Integrated Gradients (IG)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Computes the integral of gradients along the path from a baseline (e.g., zero input) to the actual input.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Completeness: Ensures the sum of all feature attributions equals the model's output prediction.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2916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DeepLIFT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Compares the activation of each neuron to a reference activation and backpropagates the contribution scores.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Efficiency: Highly computationally efficient and fast, making it ideal for real-time explanations.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85725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GradientSHAP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A gradient-based method to compute SHAP values by adding noise to the input and averaging the gradients.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Robustness: Provides a more stable and theoretically grounded estimation of feature importance.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0470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IG + NoiseTunnel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Applies the </a:t>
                      </a:r>
                      <a:r>
                        <a:rPr lang="en-GB" sz="1200" kern="100" dirty="0" err="1">
                          <a:solidFill>
                            <a:schemeClr val="tx1"/>
                          </a:solidFill>
                          <a:effectLst/>
                        </a:rPr>
                        <a:t>IntegrateGradientsd</a:t>
                      </a: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 method multiple times with added Gaussian noise to the input.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Clarity: Reduces visual noise and "artifacts" in attributions, highlighting the most significant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042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Layer Conductance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>
                          <a:solidFill>
                            <a:schemeClr val="tx1"/>
                          </a:solidFill>
                          <a:effectLst/>
                        </a:rPr>
                        <a:t>Evaluates the importance of internal neurons or layers rather than the raw input features.</a:t>
                      </a:r>
                      <a:endParaRPr lang="en-GB" sz="1100" kern="10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buNone/>
                      </a:pPr>
                      <a:r>
                        <a:rPr lang="en-GB" sz="1200" kern="100" dirty="0">
                          <a:solidFill>
                            <a:schemeClr val="tx1"/>
                          </a:solidFill>
                          <a:effectLst/>
                        </a:rPr>
                        <a:t>Architecture Insight: Helps in understanding which specific hidden layers are most influential in the decision process.</a:t>
                      </a:r>
                      <a:endParaRPr lang="en-GB" sz="11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08372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6187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5015200A-2EBD-7690-FBD6-A8FB3900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DE0483F-CA3D-4111-CF95-50A13533E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9522F0-A7ED-359F-E75F-45F673D14AB3}"/>
              </a:ext>
            </a:extLst>
          </p:cNvPr>
          <p:cNvSpPr txBox="1"/>
          <p:nvPr/>
        </p:nvSpPr>
        <p:spPr>
          <a:xfrm>
            <a:off x="1657507" y="298061"/>
            <a:ext cx="6634326" cy="380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>
              <a:lnSpc>
                <a:spcPct val="150000"/>
              </a:lnSpc>
              <a:buNone/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It represent how different input features influence a specific model prediction:</a:t>
            </a:r>
            <a:endParaRPr lang="en-GB" sz="1200" b="1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22F7DC-9A46-92F1-CC16-96EEC68453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1" y="996461"/>
            <a:ext cx="6113452" cy="4062141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D9D400-82CA-F641-6231-394BB000917A}"/>
              </a:ext>
            </a:extLst>
          </p:cNvPr>
          <p:cNvSpPr txBox="1"/>
          <p:nvPr/>
        </p:nvSpPr>
        <p:spPr>
          <a:xfrm>
            <a:off x="6301944" y="1230927"/>
            <a:ext cx="2943207" cy="3243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rt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Agreement: When multiple methods highlight the same top feature (e.g., concave_points3), it increases the reliability and confidence in the explanation.</a:t>
            </a:r>
          </a:p>
          <a:p>
            <a:pPr lvl="0" rtl="0">
              <a:lnSpc>
                <a:spcPct val="150000"/>
              </a:lnSpc>
            </a:pP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0">
              <a:lnSpc>
                <a:spcPct val="150000"/>
              </a:lnSpc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Smoothing: Methods like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NoiseTunnel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provide a cleaner, more stable view by filtering out minor statistical fluctuations.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868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BF650D9-DBAD-CA8F-7117-3DB7ED0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9081D70C-9318-7BC9-081D-3A1DD5619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7F90FA-A004-9857-DC02-B4A1FB5A3F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253227" y="1149206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B1443C-1F67-B120-0FF2-77C30935A43A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1. Consistency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900C2A-CE71-9D2A-AE8A-46D098E9D98F}"/>
              </a:ext>
            </a:extLst>
          </p:cNvPr>
          <p:cNvSpPr txBox="1"/>
          <p:nvPr/>
        </p:nvSpPr>
        <p:spPr>
          <a:xfrm>
            <a:off x="5423335" y="836604"/>
            <a:ext cx="3414839" cy="425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 ↔ LIME (0.9515):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Very high agreement. This indicates that both tools provide nearly identical explanations.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SHAP/LIME ↔ 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(Low agreement):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shows a very different ranking compared to the others.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reveals that </a:t>
            </a: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interprets the Neural Network's logic differently. In the project, this suggests </a:t>
            </a:r>
            <a:r>
              <a:rPr lang="en-GB" sz="1400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might be capturing complex internal relationships that SHAP and LIME  might miss.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0106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63CF5413-7D29-E227-78FA-1CFEEBB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127C9610-5D34-0E96-0E60-91FEA41BB5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09  Disscussion</a:t>
            </a:r>
            <a:br>
              <a:rPr lang="en" sz="3700" dirty="0">
                <a:latin typeface="Unbounded Black"/>
              </a:rPr>
            </a:b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C36171-1353-57A6-1620-4D55B34F8A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284"/>
          <a:stretch>
            <a:fillRect/>
          </a:stretch>
        </p:blipFill>
        <p:spPr>
          <a:xfrm>
            <a:off x="73004" y="1181575"/>
            <a:ext cx="5423335" cy="3633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D8252A-78ED-AB73-4DA8-C45249D21FCD}"/>
              </a:ext>
            </a:extLst>
          </p:cNvPr>
          <p:cNvSpPr txBox="1"/>
          <p:nvPr/>
        </p:nvSpPr>
        <p:spPr>
          <a:xfrm>
            <a:off x="5880886" y="248689"/>
            <a:ext cx="46245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2. Fidelity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FCC414-2FB7-14BF-FC9F-6432DBC966AB}"/>
              </a:ext>
            </a:extLst>
          </p:cNvPr>
          <p:cNvSpPr txBox="1"/>
          <p:nvPr/>
        </p:nvSpPr>
        <p:spPr>
          <a:xfrm>
            <a:off x="5826265" y="801545"/>
            <a:ext cx="301190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kern="1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is a "What-if" test: we remove the top 5 features identified by each tool and observe the drop in model confidence. A higher score means the tool successfully identified the most critical features.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DEE144-73AB-94B8-18E0-B97ABED7F703}"/>
              </a:ext>
            </a:extLst>
          </p:cNvPr>
          <p:cNvSpPr txBox="1"/>
          <p:nvPr/>
        </p:nvSpPr>
        <p:spPr>
          <a:xfrm>
            <a:off x="5585528" y="2219698"/>
            <a:ext cx="5304328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b="1" kern="1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Captum</a:t>
            </a:r>
            <a:r>
              <a:rPr lang="en-GB" sz="14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(0.0394):</a:t>
            </a: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 Highest score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among the three.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23B76A-DBE9-2C16-F93E-FEFEC4B363B8}"/>
              </a:ext>
            </a:extLst>
          </p:cNvPr>
          <p:cNvSpPr txBox="1"/>
          <p:nvPr/>
        </p:nvSpPr>
        <p:spPr>
          <a:xfrm>
            <a:off x="5956750" y="2998434"/>
            <a:ext cx="549651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3. Stability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87075-4BA6-A730-2CCE-833B2E77F824}"/>
              </a:ext>
            </a:extLst>
          </p:cNvPr>
          <p:cNvSpPr txBox="1"/>
          <p:nvPr/>
        </p:nvSpPr>
        <p:spPr>
          <a:xfrm>
            <a:off x="5642173" y="3306211"/>
            <a:ext cx="3461368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sz="14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This measures if the tool gives the same explanation when run multiple times (Lower = More Stable).</a:t>
            </a:r>
            <a:endParaRPr lang="en-GB" sz="12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All Frameworks (0.00000):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 All tools are perfectly stable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20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66155D8-BCAA-56CC-28E3-4E1C38CE2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9">
            <a:extLst>
              <a:ext uri="{FF2B5EF4-FFF2-40B4-BE49-F238E27FC236}">
                <a16:creationId xmlns:a16="http://schemas.microsoft.com/office/drawing/2014/main" id="{BFBCEF37-4C45-0E3E-30A3-2427FB4F63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341" y="298061"/>
            <a:ext cx="80220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sz="3700" dirty="0">
                <a:latin typeface="Unbounded Black"/>
              </a:rPr>
              <a:t>Cont..</a:t>
            </a:r>
            <a:endParaRPr sz="3700" dirty="0">
              <a:latin typeface="Unbounded Blac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65C730-64F1-C78A-5C8C-2AE91F1D5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42" y="1616523"/>
            <a:ext cx="5274310" cy="306133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1C63B2C-0229-8F10-AB84-3BC3D16C0208}"/>
              </a:ext>
            </a:extLst>
          </p:cNvPr>
          <p:cNvSpPr txBox="1"/>
          <p:nvPr/>
        </p:nvSpPr>
        <p:spPr>
          <a:xfrm>
            <a:off x="2392915" y="523992"/>
            <a:ext cx="462520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Captum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b="1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LayerConductance</a:t>
            </a:r>
            <a:r>
              <a:rPr lang="en-GB" sz="1400" b="1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is an Explainable AI (XAI) tool used to </a:t>
            </a:r>
            <a:r>
              <a:rPr lang="en-GB" sz="14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analyze</a:t>
            </a:r>
            <a:r>
              <a:rPr lang="en-GB" sz="1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the contribution of individual neurons within model layers toward the final decision.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A0EE8C-1DDD-A1CB-A9A6-437EDEF0DA4C}"/>
              </a:ext>
            </a:extLst>
          </p:cNvPr>
          <p:cNvSpPr txBox="1"/>
          <p:nvPr/>
        </p:nvSpPr>
        <p:spPr>
          <a:xfrm>
            <a:off x="5514362" y="1262656"/>
            <a:ext cx="3070483" cy="2902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It helps the Developer to gain 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GB" sz="2000" b="1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</a:rPr>
              <a:t>Insight</a:t>
            </a:r>
            <a:r>
              <a:rPr lang="en-GB" sz="1200" b="1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Helps developers see which neurons are useless </a:t>
            </a: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50000"/>
              </a:lnSpc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GB" sz="1200" kern="1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Detecting Single-Neuron Dependency: If the decision relies on only one neuron, it reveals a model flaw.</a:t>
            </a:r>
            <a:endParaRPr lang="en-GB" sz="1100" kern="1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123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8" title="robotic-arm-interacting-with-logistics-data-interface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395" t="14555" r="1724" b="14199"/>
          <a:stretch/>
        </p:blipFill>
        <p:spPr>
          <a:xfrm>
            <a:off x="342900" y="342900"/>
            <a:ext cx="8443500" cy="3386100"/>
          </a:xfrm>
          <a:prstGeom prst="roundRect">
            <a:avLst>
              <a:gd name="adj" fmla="val 0"/>
            </a:avLst>
          </a:prstGeom>
        </p:spPr>
      </p:pic>
      <p:sp>
        <p:nvSpPr>
          <p:cNvPr id="182" name="Google Shape;182;p28"/>
          <p:cNvSpPr txBox="1">
            <a:spLocks noGrp="1"/>
          </p:cNvSpPr>
          <p:nvPr>
            <p:ph type="title"/>
          </p:nvPr>
        </p:nvSpPr>
        <p:spPr>
          <a:xfrm>
            <a:off x="1076481" y="3851400"/>
            <a:ext cx="7070400" cy="9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Unbounded Black"/>
                <a:ea typeface="Unbounded Black"/>
                <a:cs typeface="Unbounded Black"/>
                <a:sym typeface="Unbounded Black"/>
              </a:rPr>
              <a:t>Thank you for lisining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5"/>
          <p:cNvSpPr/>
          <p:nvPr/>
        </p:nvSpPr>
        <p:spPr>
          <a:xfrm>
            <a:off x="5209300" y="4051975"/>
            <a:ext cx="27018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delete this slide when you’re done editing the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2" name="Google Shape;112;p25"/>
          <p:cNvSpPr/>
          <p:nvPr/>
        </p:nvSpPr>
        <p:spPr>
          <a:xfrm>
            <a:off x="830325" y="1596625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3" name="Google Shape;113;p25"/>
          <p:cNvSpPr txBox="1"/>
          <p:nvPr/>
        </p:nvSpPr>
        <p:spPr>
          <a:xfrm>
            <a:off x="49777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To view this template correctly in PowerPoint,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download and install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the fonts we used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4" name="Google Shape;114;p25"/>
          <p:cNvSpPr/>
          <p:nvPr/>
        </p:nvSpPr>
        <p:spPr>
          <a:xfrm>
            <a:off x="0" y="4848125"/>
            <a:ext cx="9144000" cy="34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pic>
        <p:nvPicPr>
          <p:cNvPr id="115" name="Google Shape;1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06800" y="4953325"/>
            <a:ext cx="861701" cy="13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5"/>
          <p:cNvSpPr/>
          <p:nvPr/>
        </p:nvSpPr>
        <p:spPr>
          <a:xfrm>
            <a:off x="28674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Colors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25"/>
          <p:cNvSpPr txBox="1"/>
          <p:nvPr/>
        </p:nvSpPr>
        <p:spPr>
          <a:xfrm>
            <a:off x="2534925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see on the link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all the colors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used in this presentation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4904601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Thanks slide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25"/>
          <p:cNvSpPr txBox="1"/>
          <p:nvPr/>
        </p:nvSpPr>
        <p:spPr>
          <a:xfrm>
            <a:off x="4572050" y="2097079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must keep it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so that proper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credits for our design </a:t>
            </a: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are given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25"/>
          <p:cNvSpPr/>
          <p:nvPr/>
        </p:nvSpPr>
        <p:spPr>
          <a:xfrm>
            <a:off x="6941775" y="1596649"/>
            <a:ext cx="1371900" cy="4059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and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infographics</a:t>
            </a:r>
            <a:endParaRPr sz="1100" b="1" u="sng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25"/>
          <p:cNvSpPr txBox="1"/>
          <p:nvPr/>
        </p:nvSpPr>
        <p:spPr>
          <a:xfrm>
            <a:off x="6609225" y="2097080"/>
            <a:ext cx="2037000" cy="9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These can be used in the template, and their size and color 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can be edited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25"/>
          <p:cNvSpPr txBox="1"/>
          <p:nvPr/>
        </p:nvSpPr>
        <p:spPr>
          <a:xfrm>
            <a:off x="5576333" y="3366425"/>
            <a:ext cx="2530500" cy="3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edit the master slides easily. For more info, click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3" name="Google Shape;123;p25"/>
          <p:cNvSpPr txBox="1"/>
          <p:nvPr/>
        </p:nvSpPr>
        <p:spPr>
          <a:xfrm>
            <a:off x="1404513" y="3266050"/>
            <a:ext cx="33978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For more info: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FAQs</a:t>
            </a:r>
            <a:endParaRPr sz="11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4" name="Google Shape;124;p25"/>
          <p:cNvSpPr txBox="1"/>
          <p:nvPr/>
        </p:nvSpPr>
        <p:spPr>
          <a:xfrm>
            <a:off x="1404526" y="3999350"/>
            <a:ext cx="3648000" cy="4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You can visit our sister projects:</a:t>
            </a:r>
            <a:b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</a:b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AI TOOLS</a:t>
            </a:r>
            <a:r>
              <a:rPr lang="en" sz="11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 | </a:t>
            </a:r>
            <a:r>
              <a:rPr lang="en" sz="1100" b="1" u="sng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 LIBRARY RESOURCES</a:t>
            </a:r>
            <a:endParaRPr sz="1100" b="1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25" name="Google Shape;125;p25"/>
          <p:cNvCxnSpPr/>
          <p:nvPr/>
        </p:nvCxnSpPr>
        <p:spPr>
          <a:xfrm>
            <a:off x="675300" y="3045200"/>
            <a:ext cx="77934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25"/>
          <p:cNvSpPr/>
          <p:nvPr/>
        </p:nvSpPr>
        <p:spPr>
          <a:xfrm>
            <a:off x="1407264" y="1180978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614134" h="614134" extrusionOk="0">
                <a:moveTo>
                  <a:pt x="527656" y="0"/>
                </a:moveTo>
                <a:lnTo>
                  <a:pt x="86478" y="0"/>
                </a:lnTo>
                <a:cubicBezTo>
                  <a:pt x="38844" y="0"/>
                  <a:pt x="0" y="38844"/>
                  <a:pt x="0" y="86478"/>
                </a:cubicBezTo>
                <a:lnTo>
                  <a:pt x="0" y="527656"/>
                </a:lnTo>
                <a:cubicBezTo>
                  <a:pt x="0" y="575290"/>
                  <a:pt x="38844" y="614134"/>
                  <a:pt x="86478" y="614134"/>
                </a:cubicBezTo>
                <a:lnTo>
                  <a:pt x="527656" y="614134"/>
                </a:lnTo>
                <a:cubicBezTo>
                  <a:pt x="575290" y="614134"/>
                  <a:pt x="614134" y="575290"/>
                  <a:pt x="614134" y="527656"/>
                </a:cubicBez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close/>
                <a:moveTo>
                  <a:pt x="547787" y="527656"/>
                </a:moveTo>
                <a:cubicBezTo>
                  <a:pt x="547787" y="538714"/>
                  <a:pt x="538714" y="547504"/>
                  <a:pt x="527940" y="547504"/>
                </a:cubicBezTo>
                <a:lnTo>
                  <a:pt x="86761" y="547504"/>
                </a:lnTo>
                <a:cubicBezTo>
                  <a:pt x="75703" y="547504"/>
                  <a:pt x="66914" y="538431"/>
                  <a:pt x="66914" y="527656"/>
                </a:cubicBezTo>
                <a:lnTo>
                  <a:pt x="66914" y="86478"/>
                </a:lnTo>
                <a:cubicBezTo>
                  <a:pt x="66914" y="75420"/>
                  <a:pt x="75987" y="66630"/>
                  <a:pt x="86761" y="66630"/>
                </a:cubicBezTo>
                <a:lnTo>
                  <a:pt x="527940" y="66630"/>
                </a:lnTo>
                <a:cubicBezTo>
                  <a:pt x="538998" y="66630"/>
                  <a:pt x="547787" y="75704"/>
                  <a:pt x="547787" y="86478"/>
                </a:cubicBezTo>
                <a:lnTo>
                  <a:pt x="547787" y="527656"/>
                </a:lnTo>
                <a:close/>
                <a:moveTo>
                  <a:pt x="481157" y="192803"/>
                </a:moveTo>
                <a:lnTo>
                  <a:pt x="481157" y="225976"/>
                </a:lnTo>
                <a:cubicBezTo>
                  <a:pt x="481157" y="244406"/>
                  <a:pt x="466413" y="259150"/>
                  <a:pt x="447983" y="259150"/>
                </a:cubicBezTo>
                <a:cubicBezTo>
                  <a:pt x="429554" y="259150"/>
                  <a:pt x="414810" y="244406"/>
                  <a:pt x="414810" y="225976"/>
                </a:cubicBezTo>
                <a:lnTo>
                  <a:pt x="414810" y="199324"/>
                </a:lnTo>
                <a:lnTo>
                  <a:pt x="340524" y="199324"/>
                </a:lnTo>
                <a:lnTo>
                  <a:pt x="340524" y="414526"/>
                </a:lnTo>
                <a:lnTo>
                  <a:pt x="360371" y="414526"/>
                </a:lnTo>
                <a:cubicBezTo>
                  <a:pt x="378801" y="414526"/>
                  <a:pt x="393545" y="429270"/>
                  <a:pt x="393545" y="447700"/>
                </a:cubicBezTo>
                <a:cubicBezTo>
                  <a:pt x="393545" y="466130"/>
                  <a:pt x="378801" y="480873"/>
                  <a:pt x="360371" y="480873"/>
                </a:cubicBezTo>
                <a:lnTo>
                  <a:pt x="254046" y="480873"/>
                </a:lnTo>
                <a:cubicBezTo>
                  <a:pt x="235617" y="480873"/>
                  <a:pt x="220873" y="466130"/>
                  <a:pt x="220873" y="447700"/>
                </a:cubicBezTo>
                <a:cubicBezTo>
                  <a:pt x="220873" y="429270"/>
                  <a:pt x="235617" y="414526"/>
                  <a:pt x="254046" y="414526"/>
                </a:cubicBezTo>
                <a:lnTo>
                  <a:pt x="273894" y="414526"/>
                </a:lnTo>
                <a:lnTo>
                  <a:pt x="273894" y="199324"/>
                </a:lnTo>
                <a:lnTo>
                  <a:pt x="199608" y="199324"/>
                </a:lnTo>
                <a:lnTo>
                  <a:pt x="199608" y="225976"/>
                </a:lnTo>
                <a:cubicBezTo>
                  <a:pt x="199608" y="244406"/>
                  <a:pt x="184864" y="259150"/>
                  <a:pt x="166434" y="259150"/>
                </a:cubicBezTo>
                <a:cubicBezTo>
                  <a:pt x="148004" y="259150"/>
                  <a:pt x="133261" y="244406"/>
                  <a:pt x="133261" y="225976"/>
                </a:cubicBezTo>
                <a:lnTo>
                  <a:pt x="133261" y="192803"/>
                </a:lnTo>
                <a:cubicBezTo>
                  <a:pt x="133261" y="159913"/>
                  <a:pt x="160196" y="132977"/>
                  <a:pt x="193086" y="132977"/>
                </a:cubicBezTo>
                <a:lnTo>
                  <a:pt x="421615" y="132977"/>
                </a:lnTo>
                <a:cubicBezTo>
                  <a:pt x="454505" y="132977"/>
                  <a:pt x="481440" y="159913"/>
                  <a:pt x="481440" y="192803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25"/>
          <p:cNvGrpSpPr/>
          <p:nvPr/>
        </p:nvGrpSpPr>
        <p:grpSpPr>
          <a:xfrm>
            <a:off x="3432636" y="1170158"/>
            <a:ext cx="241571" cy="239658"/>
            <a:chOff x="2825999" y="4046158"/>
            <a:chExt cx="241571" cy="239658"/>
          </a:xfrm>
        </p:grpSpPr>
        <p:sp>
          <p:nvSpPr>
            <p:cNvPr id="128" name="Google Shape;128;p25"/>
            <p:cNvSpPr/>
            <p:nvPr/>
          </p:nvSpPr>
          <p:spPr>
            <a:xfrm>
              <a:off x="2868664" y="4153223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7"/>
                  </a:moveTo>
                  <a:cubicBezTo>
                    <a:pt x="17863" y="79957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7"/>
                    <a:pt x="39978" y="799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25"/>
            <p:cNvSpPr/>
            <p:nvPr/>
          </p:nvSpPr>
          <p:spPr>
            <a:xfrm>
              <a:off x="2978662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5"/>
            <p:cNvSpPr/>
            <p:nvPr/>
          </p:nvSpPr>
          <p:spPr>
            <a:xfrm>
              <a:off x="2887468" y="4107626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39978" y="79956"/>
                  </a:moveTo>
                  <a:cubicBezTo>
                    <a:pt x="17863" y="79956"/>
                    <a:pt x="0" y="62094"/>
                    <a:pt x="0" y="39978"/>
                  </a:cubicBezTo>
                  <a:cubicBezTo>
                    <a:pt x="0" y="17863"/>
                    <a:pt x="17863" y="0"/>
                    <a:pt x="39978" y="0"/>
                  </a:cubicBezTo>
                  <a:cubicBezTo>
                    <a:pt x="62094" y="0"/>
                    <a:pt x="79957" y="17863"/>
                    <a:pt x="79957" y="39978"/>
                  </a:cubicBezTo>
                  <a:cubicBezTo>
                    <a:pt x="79957" y="62094"/>
                    <a:pt x="62094" y="79956"/>
                    <a:pt x="39978" y="7995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5"/>
            <p:cNvSpPr/>
            <p:nvPr/>
          </p:nvSpPr>
          <p:spPr>
            <a:xfrm>
              <a:off x="2933166" y="4088822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6"/>
                    <a:pt x="39978" y="79956"/>
                  </a:cubicBezTo>
                  <a:cubicBezTo>
                    <a:pt x="62094" y="79956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5"/>
            <p:cNvSpPr/>
            <p:nvPr/>
          </p:nvSpPr>
          <p:spPr>
            <a:xfrm>
              <a:off x="2825999" y="4046158"/>
              <a:ext cx="241571" cy="239658"/>
            </a:xfrm>
            <a:custGeom>
              <a:avLst/>
              <a:gdLst/>
              <a:ahLst/>
              <a:cxnLst/>
              <a:rect l="l" t="t" r="r" b="b"/>
              <a:pathLst>
                <a:path w="680481" h="675093" extrusionOk="0">
                  <a:moveTo>
                    <a:pt x="269074" y="673109"/>
                  </a:moveTo>
                  <a:cubicBezTo>
                    <a:pt x="275028" y="674527"/>
                    <a:pt x="281266" y="675094"/>
                    <a:pt x="287220" y="675094"/>
                  </a:cubicBezTo>
                  <a:cubicBezTo>
                    <a:pt x="306784" y="675094"/>
                    <a:pt x="325780" y="668289"/>
                    <a:pt x="341375" y="655814"/>
                  </a:cubicBezTo>
                  <a:cubicBezTo>
                    <a:pt x="361789" y="639369"/>
                    <a:pt x="373414" y="614985"/>
                    <a:pt x="373414" y="588616"/>
                  </a:cubicBezTo>
                  <a:lnTo>
                    <a:pt x="373414" y="552891"/>
                  </a:lnTo>
                  <a:cubicBezTo>
                    <a:pt x="373414" y="527373"/>
                    <a:pt x="394396" y="506391"/>
                    <a:pt x="419914" y="506391"/>
                  </a:cubicBezTo>
                  <a:lnTo>
                    <a:pt x="515181" y="506391"/>
                  </a:lnTo>
                  <a:cubicBezTo>
                    <a:pt x="558845" y="506391"/>
                    <a:pt x="599958" y="489663"/>
                    <a:pt x="631146" y="459041"/>
                  </a:cubicBezTo>
                  <a:cubicBezTo>
                    <a:pt x="662335" y="428420"/>
                    <a:pt x="679914" y="387591"/>
                    <a:pt x="680481" y="343927"/>
                  </a:cubicBezTo>
                  <a:cubicBezTo>
                    <a:pt x="680481" y="342226"/>
                    <a:pt x="680481" y="340241"/>
                    <a:pt x="680481" y="338539"/>
                  </a:cubicBezTo>
                  <a:cubicBezTo>
                    <a:pt x="679631" y="151691"/>
                    <a:pt x="527089" y="0"/>
                    <a:pt x="340241" y="0"/>
                  </a:cubicBezTo>
                  <a:lnTo>
                    <a:pt x="339674" y="0"/>
                  </a:lnTo>
                  <a:cubicBezTo>
                    <a:pt x="248943" y="0"/>
                    <a:pt x="163599" y="35725"/>
                    <a:pt x="99520" y="99804"/>
                  </a:cubicBezTo>
                  <a:cubicBezTo>
                    <a:pt x="35442" y="164166"/>
                    <a:pt x="0" y="249510"/>
                    <a:pt x="0" y="340241"/>
                  </a:cubicBezTo>
                  <a:cubicBezTo>
                    <a:pt x="0" y="418496"/>
                    <a:pt x="27219" y="495050"/>
                    <a:pt x="76838" y="555726"/>
                  </a:cubicBezTo>
                  <a:cubicBezTo>
                    <a:pt x="125605" y="615552"/>
                    <a:pt x="193937" y="656948"/>
                    <a:pt x="269074" y="673109"/>
                  </a:cubicBezTo>
                  <a:close/>
                  <a:moveTo>
                    <a:pt x="339674" y="66347"/>
                  </a:moveTo>
                  <a:lnTo>
                    <a:pt x="340241" y="66347"/>
                  </a:lnTo>
                  <a:cubicBezTo>
                    <a:pt x="490514" y="66347"/>
                    <a:pt x="613284" y="188550"/>
                    <a:pt x="614134" y="338823"/>
                  </a:cubicBezTo>
                  <a:cubicBezTo>
                    <a:pt x="614134" y="340241"/>
                    <a:pt x="614134" y="341658"/>
                    <a:pt x="614134" y="343359"/>
                  </a:cubicBezTo>
                  <a:cubicBezTo>
                    <a:pt x="613567" y="396664"/>
                    <a:pt x="569336" y="440045"/>
                    <a:pt x="515465" y="440045"/>
                  </a:cubicBezTo>
                  <a:lnTo>
                    <a:pt x="420197" y="440045"/>
                  </a:lnTo>
                  <a:cubicBezTo>
                    <a:pt x="357820" y="440045"/>
                    <a:pt x="307351" y="490797"/>
                    <a:pt x="307351" y="552891"/>
                  </a:cubicBezTo>
                  <a:lnTo>
                    <a:pt x="307351" y="588616"/>
                  </a:lnTo>
                  <a:cubicBezTo>
                    <a:pt x="307351" y="596839"/>
                    <a:pt x="302814" y="601942"/>
                    <a:pt x="299979" y="604211"/>
                  </a:cubicBezTo>
                  <a:cubicBezTo>
                    <a:pt x="297143" y="606479"/>
                    <a:pt x="291473" y="609881"/>
                    <a:pt x="283250" y="608180"/>
                  </a:cubicBezTo>
                  <a:cubicBezTo>
                    <a:pt x="157928" y="581528"/>
                    <a:pt x="66914" y="468965"/>
                    <a:pt x="66914" y="340524"/>
                  </a:cubicBezTo>
                  <a:cubicBezTo>
                    <a:pt x="66914" y="189968"/>
                    <a:pt x="189401" y="66914"/>
                    <a:pt x="340241" y="6663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25"/>
          <p:cNvSpPr/>
          <p:nvPr/>
        </p:nvSpPr>
        <p:spPr>
          <a:xfrm>
            <a:off x="1010562" y="4115400"/>
            <a:ext cx="241571" cy="206140"/>
          </a:xfrm>
          <a:custGeom>
            <a:avLst/>
            <a:gdLst/>
            <a:ahLst/>
            <a:cxnLst/>
            <a:rect l="l" t="t" r="r" b="b"/>
            <a:pathLst>
              <a:path w="680481" h="580677" extrusionOk="0">
                <a:moveTo>
                  <a:pt x="676795" y="490797"/>
                </a:moveTo>
                <a:lnTo>
                  <a:pt x="614134" y="373130"/>
                </a:lnTo>
                <a:lnTo>
                  <a:pt x="614134" y="86478"/>
                </a:lnTo>
                <a:cubicBezTo>
                  <a:pt x="614134" y="38844"/>
                  <a:pt x="575290" y="0"/>
                  <a:pt x="527656" y="0"/>
                </a:cubicBezTo>
                <a:lnTo>
                  <a:pt x="153108" y="0"/>
                </a:lnTo>
                <a:cubicBezTo>
                  <a:pt x="105475" y="0"/>
                  <a:pt x="66630" y="38844"/>
                  <a:pt x="66630" y="86478"/>
                </a:cubicBezTo>
                <a:lnTo>
                  <a:pt x="66630" y="373130"/>
                </a:lnTo>
                <a:lnTo>
                  <a:pt x="3969" y="490797"/>
                </a:lnTo>
                <a:cubicBezTo>
                  <a:pt x="1418" y="495617"/>
                  <a:pt x="0" y="501004"/>
                  <a:pt x="0" y="506391"/>
                </a:cubicBezTo>
                <a:lnTo>
                  <a:pt x="0" y="547504"/>
                </a:lnTo>
                <a:cubicBezTo>
                  <a:pt x="0" y="565933"/>
                  <a:pt x="14744" y="580677"/>
                  <a:pt x="33173" y="580677"/>
                </a:cubicBezTo>
                <a:lnTo>
                  <a:pt x="647308" y="580677"/>
                </a:lnTo>
                <a:cubicBezTo>
                  <a:pt x="665737" y="580677"/>
                  <a:pt x="680481" y="565933"/>
                  <a:pt x="680481" y="547504"/>
                </a:cubicBezTo>
                <a:lnTo>
                  <a:pt x="680481" y="506391"/>
                </a:lnTo>
                <a:cubicBezTo>
                  <a:pt x="680481" y="501004"/>
                  <a:pt x="679064" y="495617"/>
                  <a:pt x="676512" y="490797"/>
                </a:cubicBezTo>
                <a:close/>
                <a:moveTo>
                  <a:pt x="406871" y="481157"/>
                </a:moveTo>
                <a:lnTo>
                  <a:pt x="273894" y="481157"/>
                </a:lnTo>
                <a:cubicBezTo>
                  <a:pt x="255464" y="481157"/>
                  <a:pt x="240720" y="466413"/>
                  <a:pt x="240720" y="447983"/>
                </a:cubicBezTo>
                <a:cubicBezTo>
                  <a:pt x="240720" y="429554"/>
                  <a:pt x="255464" y="414810"/>
                  <a:pt x="273894" y="414810"/>
                </a:cubicBezTo>
                <a:lnTo>
                  <a:pt x="406871" y="414810"/>
                </a:lnTo>
                <a:cubicBezTo>
                  <a:pt x="425301" y="414810"/>
                  <a:pt x="440045" y="429554"/>
                  <a:pt x="440045" y="447983"/>
                </a:cubicBezTo>
                <a:cubicBezTo>
                  <a:pt x="440045" y="466413"/>
                  <a:pt x="425301" y="481157"/>
                  <a:pt x="406871" y="481157"/>
                </a:cubicBezTo>
                <a:close/>
                <a:moveTo>
                  <a:pt x="547787" y="348179"/>
                </a:moveTo>
                <a:lnTo>
                  <a:pt x="133261" y="348179"/>
                </a:lnTo>
                <a:lnTo>
                  <a:pt x="133261" y="86478"/>
                </a:lnTo>
                <a:cubicBezTo>
                  <a:pt x="133261" y="75420"/>
                  <a:pt x="142334" y="66630"/>
                  <a:pt x="153108" y="66630"/>
                </a:cubicBezTo>
                <a:lnTo>
                  <a:pt x="527940" y="66630"/>
                </a:lnTo>
                <a:cubicBezTo>
                  <a:pt x="538998" y="66630"/>
                  <a:pt x="547787" y="75703"/>
                  <a:pt x="547787" y="86478"/>
                </a:cubicBezTo>
                <a:lnTo>
                  <a:pt x="547787" y="348179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5"/>
          <p:cNvGrpSpPr/>
          <p:nvPr/>
        </p:nvGrpSpPr>
        <p:grpSpPr>
          <a:xfrm>
            <a:off x="1010551" y="3367105"/>
            <a:ext cx="241571" cy="241571"/>
            <a:chOff x="2605901" y="2903117"/>
            <a:chExt cx="241571" cy="241571"/>
          </a:xfrm>
        </p:grpSpPr>
        <p:sp>
          <p:nvSpPr>
            <p:cNvPr id="135" name="Google Shape;135;p25"/>
            <p:cNvSpPr/>
            <p:nvPr/>
          </p:nvSpPr>
          <p:spPr>
            <a:xfrm>
              <a:off x="2696488" y="2998051"/>
              <a:ext cx="47106" cy="95219"/>
            </a:xfrm>
            <a:custGeom>
              <a:avLst/>
              <a:gdLst/>
              <a:ahLst/>
              <a:cxnLst/>
              <a:rect l="l" t="t" r="r" b="b"/>
              <a:pathLst>
                <a:path w="132693" h="268222" extrusionOk="0">
                  <a:moveTo>
                    <a:pt x="99520" y="268223"/>
                  </a:moveTo>
                  <a:cubicBezTo>
                    <a:pt x="81091" y="268223"/>
                    <a:pt x="66347" y="253479"/>
                    <a:pt x="66347" y="235050"/>
                  </a:cubicBezTo>
                  <a:lnTo>
                    <a:pt x="66347" y="66347"/>
                  </a:lnTo>
                  <a:lnTo>
                    <a:pt x="33173" y="66347"/>
                  </a:lnTo>
                  <a:cubicBezTo>
                    <a:pt x="14744" y="66347"/>
                    <a:pt x="0" y="51603"/>
                    <a:pt x="0" y="33173"/>
                  </a:cubicBezTo>
                  <a:cubicBezTo>
                    <a:pt x="0" y="14744"/>
                    <a:pt x="14744" y="0"/>
                    <a:pt x="33173" y="0"/>
                  </a:cubicBezTo>
                  <a:lnTo>
                    <a:pt x="99520" y="0"/>
                  </a:lnTo>
                  <a:cubicBezTo>
                    <a:pt x="117950" y="0"/>
                    <a:pt x="132694" y="14744"/>
                    <a:pt x="132694" y="33173"/>
                  </a:cubicBezTo>
                  <a:lnTo>
                    <a:pt x="132694" y="235050"/>
                  </a:lnTo>
                  <a:cubicBezTo>
                    <a:pt x="132694" y="253479"/>
                    <a:pt x="117950" y="268223"/>
                    <a:pt x="99520" y="26822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5"/>
            <p:cNvSpPr/>
            <p:nvPr/>
          </p:nvSpPr>
          <p:spPr>
            <a:xfrm>
              <a:off x="2712967" y="2955285"/>
              <a:ext cx="28384" cy="28384"/>
            </a:xfrm>
            <a:custGeom>
              <a:avLst/>
              <a:gdLst/>
              <a:ahLst/>
              <a:cxnLst/>
              <a:rect l="l" t="t" r="r" b="b"/>
              <a:pathLst>
                <a:path w="79956" h="79956" extrusionOk="0">
                  <a:moveTo>
                    <a:pt x="0" y="39978"/>
                  </a:moveTo>
                  <a:cubicBezTo>
                    <a:pt x="0" y="62094"/>
                    <a:pt x="17863" y="79957"/>
                    <a:pt x="39978" y="79957"/>
                  </a:cubicBezTo>
                  <a:cubicBezTo>
                    <a:pt x="62094" y="79957"/>
                    <a:pt x="79957" y="62094"/>
                    <a:pt x="79957" y="39978"/>
                  </a:cubicBezTo>
                  <a:cubicBezTo>
                    <a:pt x="79957" y="17863"/>
                    <a:pt x="62094" y="0"/>
                    <a:pt x="39978" y="0"/>
                  </a:cubicBezTo>
                  <a:cubicBezTo>
                    <a:pt x="17863" y="0"/>
                    <a:pt x="0" y="17863"/>
                    <a:pt x="0" y="3997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5"/>
            <p:cNvSpPr/>
            <p:nvPr/>
          </p:nvSpPr>
          <p:spPr>
            <a:xfrm>
              <a:off x="2605901" y="2903117"/>
              <a:ext cx="241571" cy="241571"/>
            </a:xfrm>
            <a:custGeom>
              <a:avLst/>
              <a:gdLst/>
              <a:ahLst/>
              <a:cxnLst/>
              <a:rect l="l" t="t" r="r" b="b"/>
              <a:pathLst>
                <a:path w="680481" h="680481" extrusionOk="0">
                  <a:moveTo>
                    <a:pt x="99520" y="580961"/>
                  </a:moveTo>
                  <a:cubicBezTo>
                    <a:pt x="163883" y="645323"/>
                    <a:pt x="249226" y="680481"/>
                    <a:pt x="340241" y="680481"/>
                  </a:cubicBezTo>
                  <a:cubicBezTo>
                    <a:pt x="431255" y="680481"/>
                    <a:pt x="516599" y="645040"/>
                    <a:pt x="580961" y="580961"/>
                  </a:cubicBezTo>
                  <a:cubicBezTo>
                    <a:pt x="645323" y="516882"/>
                    <a:pt x="680481" y="431255"/>
                    <a:pt x="680481" y="340241"/>
                  </a:cubicBezTo>
                  <a:cubicBezTo>
                    <a:pt x="680481" y="249226"/>
                    <a:pt x="645039" y="163883"/>
                    <a:pt x="580961" y="99520"/>
                  </a:cubicBezTo>
                  <a:cubicBezTo>
                    <a:pt x="516599" y="35158"/>
                    <a:pt x="431255" y="0"/>
                    <a:pt x="340241" y="0"/>
                  </a:cubicBezTo>
                  <a:cubicBezTo>
                    <a:pt x="249226" y="0"/>
                    <a:pt x="163883" y="35442"/>
                    <a:pt x="99520" y="99520"/>
                  </a:cubicBezTo>
                  <a:cubicBezTo>
                    <a:pt x="35158" y="163883"/>
                    <a:pt x="0" y="249226"/>
                    <a:pt x="0" y="340241"/>
                  </a:cubicBezTo>
                  <a:cubicBezTo>
                    <a:pt x="0" y="431255"/>
                    <a:pt x="35442" y="516599"/>
                    <a:pt x="99520" y="580961"/>
                  </a:cubicBezTo>
                  <a:close/>
                  <a:moveTo>
                    <a:pt x="66347" y="340524"/>
                  </a:moveTo>
                  <a:cubicBezTo>
                    <a:pt x="66347" y="189684"/>
                    <a:pt x="189117" y="66631"/>
                    <a:pt x="340241" y="66631"/>
                  </a:cubicBezTo>
                  <a:cubicBezTo>
                    <a:pt x="491364" y="66631"/>
                    <a:pt x="614134" y="189401"/>
                    <a:pt x="614134" y="340524"/>
                  </a:cubicBezTo>
                  <a:cubicBezTo>
                    <a:pt x="614134" y="491648"/>
                    <a:pt x="491364" y="614418"/>
                    <a:pt x="340241" y="614418"/>
                  </a:cubicBezTo>
                  <a:cubicBezTo>
                    <a:pt x="189117" y="614418"/>
                    <a:pt x="66347" y="491648"/>
                    <a:pt x="66347" y="34052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25"/>
          <p:cNvGrpSpPr/>
          <p:nvPr/>
        </p:nvGrpSpPr>
        <p:grpSpPr>
          <a:xfrm>
            <a:off x="5209305" y="3420636"/>
            <a:ext cx="241240" cy="241096"/>
            <a:chOff x="3049130" y="3364261"/>
            <a:chExt cx="241240" cy="241096"/>
          </a:xfrm>
        </p:grpSpPr>
        <p:sp>
          <p:nvSpPr>
            <p:cNvPr id="139" name="Google Shape;139;p25"/>
            <p:cNvSpPr/>
            <p:nvPr/>
          </p:nvSpPr>
          <p:spPr>
            <a:xfrm>
              <a:off x="3093918" y="3364261"/>
              <a:ext cx="196452" cy="196452"/>
            </a:xfrm>
            <a:custGeom>
              <a:avLst/>
              <a:gdLst/>
              <a:ahLst/>
              <a:cxnLst/>
              <a:rect l="l" t="t" r="r" b="b"/>
              <a:pathLst>
                <a:path w="553387" h="553387" extrusionOk="0">
                  <a:moveTo>
                    <a:pt x="133544" y="553387"/>
                  </a:moveTo>
                  <a:lnTo>
                    <a:pt x="34875" y="553387"/>
                  </a:lnTo>
                  <a:cubicBezTo>
                    <a:pt x="15594" y="553387"/>
                    <a:pt x="0" y="537793"/>
                    <a:pt x="0" y="518512"/>
                  </a:cubicBezTo>
                  <a:lnTo>
                    <a:pt x="0" y="419843"/>
                  </a:lnTo>
                  <a:cubicBezTo>
                    <a:pt x="0" y="410486"/>
                    <a:pt x="3686" y="401697"/>
                    <a:pt x="10207" y="395175"/>
                  </a:cubicBezTo>
                  <a:lnTo>
                    <a:pt x="378801" y="26581"/>
                  </a:lnTo>
                  <a:cubicBezTo>
                    <a:pt x="414243" y="-8860"/>
                    <a:pt x="471517" y="-8860"/>
                    <a:pt x="506959" y="26581"/>
                  </a:cubicBezTo>
                  <a:lnTo>
                    <a:pt x="526806" y="46429"/>
                  </a:lnTo>
                  <a:cubicBezTo>
                    <a:pt x="562248" y="81871"/>
                    <a:pt x="562248" y="139144"/>
                    <a:pt x="526806" y="174586"/>
                  </a:cubicBezTo>
                  <a:lnTo>
                    <a:pt x="158212" y="543180"/>
                  </a:lnTo>
                  <a:cubicBezTo>
                    <a:pt x="151691" y="549701"/>
                    <a:pt x="142901" y="553387"/>
                    <a:pt x="133544" y="553387"/>
                  </a:cubicBezTo>
                  <a:close/>
                  <a:moveTo>
                    <a:pt x="69749" y="483638"/>
                  </a:moveTo>
                  <a:lnTo>
                    <a:pt x="119084" y="483638"/>
                  </a:lnTo>
                  <a:lnTo>
                    <a:pt x="477471" y="125251"/>
                  </a:lnTo>
                  <a:cubicBezTo>
                    <a:pt x="485693" y="117029"/>
                    <a:pt x="485693" y="103703"/>
                    <a:pt x="477471" y="95764"/>
                  </a:cubicBezTo>
                  <a:lnTo>
                    <a:pt x="457624" y="75916"/>
                  </a:lnTo>
                  <a:cubicBezTo>
                    <a:pt x="449401" y="67694"/>
                    <a:pt x="436075" y="67694"/>
                    <a:pt x="428136" y="75916"/>
                  </a:cubicBezTo>
                  <a:lnTo>
                    <a:pt x="69749" y="434303"/>
                  </a:lnTo>
                  <a:lnTo>
                    <a:pt x="69749" y="48363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5"/>
            <p:cNvSpPr/>
            <p:nvPr/>
          </p:nvSpPr>
          <p:spPr>
            <a:xfrm>
              <a:off x="3049130" y="3376570"/>
              <a:ext cx="228788" cy="228788"/>
            </a:xfrm>
            <a:custGeom>
              <a:avLst/>
              <a:gdLst/>
              <a:ahLst/>
              <a:cxnLst/>
              <a:rect l="l" t="t" r="r" b="b"/>
              <a:pathLst>
                <a:path w="644472" h="644472" extrusionOk="0">
                  <a:moveTo>
                    <a:pt x="574723" y="553742"/>
                  </a:moveTo>
                  <a:lnTo>
                    <a:pt x="574723" y="296577"/>
                  </a:lnTo>
                  <a:lnTo>
                    <a:pt x="644472" y="226827"/>
                  </a:lnTo>
                  <a:lnTo>
                    <a:pt x="644472" y="553742"/>
                  </a:lnTo>
                  <a:cubicBezTo>
                    <a:pt x="644472" y="603927"/>
                    <a:pt x="603927" y="644472"/>
                    <a:pt x="553742" y="644472"/>
                  </a:cubicBezTo>
                  <a:lnTo>
                    <a:pt x="90731" y="644472"/>
                  </a:lnTo>
                  <a:cubicBezTo>
                    <a:pt x="40545" y="644472"/>
                    <a:pt x="0" y="603927"/>
                    <a:pt x="0" y="553742"/>
                  </a:cubicBezTo>
                  <a:lnTo>
                    <a:pt x="0" y="90731"/>
                  </a:lnTo>
                  <a:cubicBezTo>
                    <a:pt x="0" y="40545"/>
                    <a:pt x="40545" y="0"/>
                    <a:pt x="90731" y="0"/>
                  </a:cubicBezTo>
                  <a:lnTo>
                    <a:pt x="417645" y="0"/>
                  </a:lnTo>
                  <a:lnTo>
                    <a:pt x="347896" y="69750"/>
                  </a:lnTo>
                  <a:lnTo>
                    <a:pt x="90731" y="69750"/>
                  </a:lnTo>
                  <a:cubicBezTo>
                    <a:pt x="79106" y="69750"/>
                    <a:pt x="69749" y="79106"/>
                    <a:pt x="69749" y="90731"/>
                  </a:cubicBezTo>
                  <a:lnTo>
                    <a:pt x="69749" y="553742"/>
                  </a:lnTo>
                  <a:cubicBezTo>
                    <a:pt x="69749" y="565367"/>
                    <a:pt x="79106" y="574723"/>
                    <a:pt x="90731" y="574723"/>
                  </a:cubicBezTo>
                  <a:lnTo>
                    <a:pt x="553742" y="574723"/>
                  </a:lnTo>
                  <a:cubicBezTo>
                    <a:pt x="565366" y="574723"/>
                    <a:pt x="574723" y="565367"/>
                    <a:pt x="574723" y="553742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25"/>
          <p:cNvGrpSpPr/>
          <p:nvPr/>
        </p:nvGrpSpPr>
        <p:grpSpPr>
          <a:xfrm>
            <a:off x="5481546" y="1180928"/>
            <a:ext cx="232210" cy="218118"/>
            <a:chOff x="3676971" y="3049410"/>
            <a:chExt cx="232210" cy="218118"/>
          </a:xfrm>
        </p:grpSpPr>
        <p:sp>
          <p:nvSpPr>
            <p:cNvPr id="142" name="Google Shape;142;p25"/>
            <p:cNvSpPr/>
            <p:nvPr/>
          </p:nvSpPr>
          <p:spPr>
            <a:xfrm>
              <a:off x="3676971" y="3049410"/>
              <a:ext cx="232210" cy="218118"/>
            </a:xfrm>
            <a:custGeom>
              <a:avLst/>
              <a:gdLst/>
              <a:ahLst/>
              <a:cxnLst/>
              <a:rect l="l" t="t" r="r" b="b"/>
              <a:pathLst>
                <a:path w="654112" h="614417" extrusionOk="0">
                  <a:moveTo>
                    <a:pt x="567635" y="283"/>
                  </a:moveTo>
                  <a:lnTo>
                    <a:pt x="86478" y="283"/>
                  </a:lnTo>
                  <a:cubicBezTo>
                    <a:pt x="38844" y="283"/>
                    <a:pt x="0" y="39128"/>
                    <a:pt x="0" y="86761"/>
                  </a:cubicBezTo>
                  <a:lnTo>
                    <a:pt x="0" y="428419"/>
                  </a:lnTo>
                  <a:cubicBezTo>
                    <a:pt x="0" y="476053"/>
                    <a:pt x="38844" y="514897"/>
                    <a:pt x="86478" y="514897"/>
                  </a:cubicBezTo>
                  <a:lnTo>
                    <a:pt x="132977" y="514897"/>
                  </a:lnTo>
                  <a:lnTo>
                    <a:pt x="132977" y="581244"/>
                  </a:lnTo>
                  <a:cubicBezTo>
                    <a:pt x="132977" y="593436"/>
                    <a:pt x="139499" y="604494"/>
                    <a:pt x="149989" y="610165"/>
                  </a:cubicBezTo>
                  <a:cubicBezTo>
                    <a:pt x="155093" y="613000"/>
                    <a:pt x="160764" y="614418"/>
                    <a:pt x="166151" y="614418"/>
                  </a:cubicBezTo>
                  <a:cubicBezTo>
                    <a:pt x="172388" y="614418"/>
                    <a:pt x="178343" y="612716"/>
                    <a:pt x="183730" y="609314"/>
                  </a:cubicBezTo>
                  <a:lnTo>
                    <a:pt x="336555" y="514614"/>
                  </a:lnTo>
                  <a:lnTo>
                    <a:pt x="567635" y="514614"/>
                  </a:lnTo>
                  <a:cubicBezTo>
                    <a:pt x="615268" y="514614"/>
                    <a:pt x="654112" y="475770"/>
                    <a:pt x="654112" y="428136"/>
                  </a:cubicBezTo>
                  <a:lnTo>
                    <a:pt x="654112" y="86478"/>
                  </a:lnTo>
                  <a:cubicBezTo>
                    <a:pt x="654112" y="38844"/>
                    <a:pt x="615268" y="0"/>
                    <a:pt x="567635" y="0"/>
                  </a:cubicBezTo>
                  <a:close/>
                  <a:moveTo>
                    <a:pt x="587766" y="428136"/>
                  </a:moveTo>
                  <a:cubicBezTo>
                    <a:pt x="587766" y="439194"/>
                    <a:pt x="578976" y="447983"/>
                    <a:pt x="567918" y="447983"/>
                  </a:cubicBezTo>
                  <a:lnTo>
                    <a:pt x="327481" y="447983"/>
                  </a:lnTo>
                  <a:cubicBezTo>
                    <a:pt x="321244" y="447983"/>
                    <a:pt x="315289" y="449684"/>
                    <a:pt x="309902" y="453087"/>
                  </a:cubicBezTo>
                  <a:lnTo>
                    <a:pt x="199891" y="521135"/>
                  </a:lnTo>
                  <a:lnTo>
                    <a:pt x="199891" y="481157"/>
                  </a:lnTo>
                  <a:cubicBezTo>
                    <a:pt x="199891" y="462727"/>
                    <a:pt x="184864" y="447983"/>
                    <a:pt x="166718" y="447983"/>
                  </a:cubicBezTo>
                  <a:lnTo>
                    <a:pt x="87045" y="447983"/>
                  </a:lnTo>
                  <a:cubicBezTo>
                    <a:pt x="75987" y="447983"/>
                    <a:pt x="67197" y="439194"/>
                    <a:pt x="67197" y="428136"/>
                  </a:cubicBezTo>
                  <a:lnTo>
                    <a:pt x="67197" y="86478"/>
                  </a:lnTo>
                  <a:cubicBezTo>
                    <a:pt x="67197" y="75420"/>
                    <a:pt x="75987" y="66630"/>
                    <a:pt x="87045" y="66630"/>
                  </a:cubicBezTo>
                  <a:lnTo>
                    <a:pt x="568202" y="66630"/>
                  </a:lnTo>
                  <a:cubicBezTo>
                    <a:pt x="579260" y="66630"/>
                    <a:pt x="588049" y="75420"/>
                    <a:pt x="588049" y="86478"/>
                  </a:cubicBezTo>
                  <a:lnTo>
                    <a:pt x="588049" y="42813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5"/>
            <p:cNvSpPr/>
            <p:nvPr/>
          </p:nvSpPr>
          <p:spPr>
            <a:xfrm>
              <a:off x="3732139" y="3143501"/>
              <a:ext cx="122234" cy="42509"/>
            </a:xfrm>
            <a:custGeom>
              <a:avLst/>
              <a:gdLst/>
              <a:ahLst/>
              <a:cxnLst/>
              <a:rect l="l" t="t" r="r" b="b"/>
              <a:pathLst>
                <a:path w="344322" h="119744" extrusionOk="0">
                  <a:moveTo>
                    <a:pt x="288164" y="9167"/>
                  </a:moveTo>
                  <a:cubicBezTo>
                    <a:pt x="224936" y="68425"/>
                    <a:pt x="124565" y="68142"/>
                    <a:pt x="54816" y="8033"/>
                  </a:cubicBezTo>
                  <a:cubicBezTo>
                    <a:pt x="40922" y="-3876"/>
                    <a:pt x="19941" y="-2458"/>
                    <a:pt x="8033" y="11718"/>
                  </a:cubicBezTo>
                  <a:cubicBezTo>
                    <a:pt x="-3876" y="25612"/>
                    <a:pt x="-2458" y="46593"/>
                    <a:pt x="11718" y="58501"/>
                  </a:cubicBezTo>
                  <a:cubicBezTo>
                    <a:pt x="57651" y="97913"/>
                    <a:pt x="115775" y="119745"/>
                    <a:pt x="174750" y="119745"/>
                  </a:cubicBezTo>
                  <a:lnTo>
                    <a:pt x="175601" y="119745"/>
                  </a:lnTo>
                  <a:cubicBezTo>
                    <a:pt x="235143" y="119745"/>
                    <a:pt x="291283" y="97346"/>
                    <a:pt x="333813" y="57651"/>
                  </a:cubicBezTo>
                  <a:cubicBezTo>
                    <a:pt x="347139" y="44892"/>
                    <a:pt x="347990" y="23910"/>
                    <a:pt x="335231" y="10868"/>
                  </a:cubicBezTo>
                  <a:cubicBezTo>
                    <a:pt x="322755" y="-2742"/>
                    <a:pt x="301774" y="-3309"/>
                    <a:pt x="288447" y="916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5"/>
            <p:cNvSpPr/>
            <p:nvPr/>
          </p:nvSpPr>
          <p:spPr>
            <a:xfrm>
              <a:off x="3810071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5"/>
            <p:cNvSpPr/>
            <p:nvPr/>
          </p:nvSpPr>
          <p:spPr>
            <a:xfrm>
              <a:off x="3748904" y="3100971"/>
              <a:ext cx="28284" cy="28284"/>
            </a:xfrm>
            <a:custGeom>
              <a:avLst/>
              <a:gdLst/>
              <a:ahLst/>
              <a:cxnLst/>
              <a:rect l="l" t="t" r="r" b="b"/>
              <a:pathLst>
                <a:path w="79673" h="79672" extrusionOk="0">
                  <a:moveTo>
                    <a:pt x="39837" y="79673"/>
                  </a:moveTo>
                  <a:lnTo>
                    <a:pt x="39837" y="79673"/>
                  </a:lnTo>
                  <a:cubicBezTo>
                    <a:pt x="54297" y="79673"/>
                    <a:pt x="67056" y="72301"/>
                    <a:pt x="74144" y="60109"/>
                  </a:cubicBezTo>
                  <a:cubicBezTo>
                    <a:pt x="81516" y="47350"/>
                    <a:pt x="81516" y="32039"/>
                    <a:pt x="74144" y="19564"/>
                  </a:cubicBezTo>
                  <a:cubicBezTo>
                    <a:pt x="67056" y="7372"/>
                    <a:pt x="54297" y="0"/>
                    <a:pt x="39837" y="0"/>
                  </a:cubicBezTo>
                  <a:lnTo>
                    <a:pt x="39837" y="0"/>
                  </a:lnTo>
                  <a:cubicBezTo>
                    <a:pt x="25376" y="0"/>
                    <a:pt x="12617" y="7372"/>
                    <a:pt x="5529" y="19564"/>
                  </a:cubicBezTo>
                  <a:cubicBezTo>
                    <a:pt x="-1843" y="32323"/>
                    <a:pt x="-1843" y="47634"/>
                    <a:pt x="5529" y="60109"/>
                  </a:cubicBezTo>
                  <a:cubicBezTo>
                    <a:pt x="12617" y="72301"/>
                    <a:pt x="25660" y="79673"/>
                    <a:pt x="39837" y="796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6" name="Google Shape;146;p25"/>
          <p:cNvSpPr/>
          <p:nvPr/>
        </p:nvSpPr>
        <p:spPr>
          <a:xfrm>
            <a:off x="7521099" y="1178864"/>
            <a:ext cx="228895" cy="222245"/>
          </a:xfrm>
          <a:custGeom>
            <a:avLst/>
            <a:gdLst/>
            <a:ahLst/>
            <a:cxnLst/>
            <a:rect l="l" t="t" r="r" b="b"/>
            <a:pathLst>
              <a:path w="644775" h="626042" extrusionOk="0">
                <a:moveTo>
                  <a:pt x="425301" y="280415"/>
                </a:moveTo>
                <a:lnTo>
                  <a:pt x="552891" y="280415"/>
                </a:lnTo>
                <a:cubicBezTo>
                  <a:pt x="593153" y="280415"/>
                  <a:pt x="626043" y="247525"/>
                  <a:pt x="626043" y="207263"/>
                </a:cubicBezTo>
                <a:lnTo>
                  <a:pt x="626043" y="79673"/>
                </a:lnTo>
                <a:cubicBezTo>
                  <a:pt x="626043" y="39411"/>
                  <a:pt x="593153" y="6521"/>
                  <a:pt x="552891" y="6521"/>
                </a:cubicBezTo>
                <a:lnTo>
                  <a:pt x="425301" y="6521"/>
                </a:lnTo>
                <a:cubicBezTo>
                  <a:pt x="385039" y="6521"/>
                  <a:pt x="352149" y="39411"/>
                  <a:pt x="352149" y="79673"/>
                </a:cubicBezTo>
                <a:lnTo>
                  <a:pt x="352149" y="207263"/>
                </a:lnTo>
                <a:cubicBezTo>
                  <a:pt x="352149" y="247525"/>
                  <a:pt x="385039" y="280415"/>
                  <a:pt x="425301" y="280415"/>
                </a:cubicBezTo>
                <a:close/>
                <a:moveTo>
                  <a:pt x="418779" y="79673"/>
                </a:moveTo>
                <a:cubicBezTo>
                  <a:pt x="418779" y="75987"/>
                  <a:pt x="421898" y="73152"/>
                  <a:pt x="425301" y="73152"/>
                </a:cubicBezTo>
                <a:lnTo>
                  <a:pt x="552891" y="73152"/>
                </a:lnTo>
                <a:cubicBezTo>
                  <a:pt x="556577" y="73152"/>
                  <a:pt x="559412" y="76271"/>
                  <a:pt x="559412" y="79673"/>
                </a:cubicBezTo>
                <a:lnTo>
                  <a:pt x="559412" y="207263"/>
                </a:lnTo>
                <a:cubicBezTo>
                  <a:pt x="559412" y="210949"/>
                  <a:pt x="556293" y="213784"/>
                  <a:pt x="552891" y="213784"/>
                </a:cubicBezTo>
                <a:lnTo>
                  <a:pt x="425301" y="213784"/>
                </a:lnTo>
                <a:cubicBezTo>
                  <a:pt x="421615" y="213784"/>
                  <a:pt x="418779" y="210666"/>
                  <a:pt x="418779" y="207263"/>
                </a:cubicBezTo>
                <a:lnTo>
                  <a:pt x="418779" y="79673"/>
                </a:lnTo>
                <a:close/>
                <a:moveTo>
                  <a:pt x="204711" y="352149"/>
                </a:moveTo>
                <a:lnTo>
                  <a:pt x="77121" y="352149"/>
                </a:lnTo>
                <a:cubicBezTo>
                  <a:pt x="36859" y="352149"/>
                  <a:pt x="3969" y="385039"/>
                  <a:pt x="3969" y="425301"/>
                </a:cubicBezTo>
                <a:lnTo>
                  <a:pt x="3969" y="552891"/>
                </a:lnTo>
                <a:cubicBezTo>
                  <a:pt x="3969" y="593153"/>
                  <a:pt x="36859" y="626043"/>
                  <a:pt x="77121" y="626043"/>
                </a:cubicBezTo>
                <a:lnTo>
                  <a:pt x="204711" y="626043"/>
                </a:lnTo>
                <a:cubicBezTo>
                  <a:pt x="244973" y="626043"/>
                  <a:pt x="277863" y="593153"/>
                  <a:pt x="277863" y="552891"/>
                </a:cubicBezTo>
                <a:lnTo>
                  <a:pt x="277863" y="425301"/>
                </a:lnTo>
                <a:cubicBezTo>
                  <a:pt x="277863" y="385039"/>
                  <a:pt x="244973" y="352149"/>
                  <a:pt x="204711" y="352149"/>
                </a:cubicBezTo>
                <a:close/>
                <a:moveTo>
                  <a:pt x="211516" y="552891"/>
                </a:moveTo>
                <a:cubicBezTo>
                  <a:pt x="211516" y="556577"/>
                  <a:pt x="208681" y="559412"/>
                  <a:pt x="204995" y="559412"/>
                </a:cubicBezTo>
                <a:lnTo>
                  <a:pt x="77405" y="559412"/>
                </a:lnTo>
                <a:cubicBezTo>
                  <a:pt x="73719" y="559412"/>
                  <a:pt x="70883" y="556577"/>
                  <a:pt x="70883" y="552891"/>
                </a:cubicBezTo>
                <a:lnTo>
                  <a:pt x="70883" y="425301"/>
                </a:lnTo>
                <a:cubicBezTo>
                  <a:pt x="70883" y="421615"/>
                  <a:pt x="74002" y="418779"/>
                  <a:pt x="77405" y="418779"/>
                </a:cubicBezTo>
                <a:lnTo>
                  <a:pt x="204995" y="418779"/>
                </a:lnTo>
                <a:cubicBezTo>
                  <a:pt x="208681" y="418779"/>
                  <a:pt x="211516" y="421898"/>
                  <a:pt x="211516" y="425301"/>
                </a:cubicBezTo>
                <a:lnTo>
                  <a:pt x="211516" y="552891"/>
                </a:lnTo>
                <a:close/>
                <a:moveTo>
                  <a:pt x="143468" y="0"/>
                </a:moveTo>
                <a:cubicBezTo>
                  <a:pt x="64362" y="0"/>
                  <a:pt x="0" y="64362"/>
                  <a:pt x="0" y="143468"/>
                </a:cubicBezTo>
                <a:cubicBezTo>
                  <a:pt x="0" y="222574"/>
                  <a:pt x="64362" y="286936"/>
                  <a:pt x="143468" y="286936"/>
                </a:cubicBezTo>
                <a:cubicBezTo>
                  <a:pt x="222574" y="286936"/>
                  <a:pt x="286936" y="222574"/>
                  <a:pt x="286936" y="143468"/>
                </a:cubicBezTo>
                <a:cubicBezTo>
                  <a:pt x="286936" y="64362"/>
                  <a:pt x="222574" y="0"/>
                  <a:pt x="143468" y="0"/>
                </a:cubicBezTo>
                <a:close/>
                <a:moveTo>
                  <a:pt x="143468" y="220589"/>
                </a:moveTo>
                <a:cubicBezTo>
                  <a:pt x="100938" y="220589"/>
                  <a:pt x="66347" y="185998"/>
                  <a:pt x="66347" y="143468"/>
                </a:cubicBezTo>
                <a:cubicBezTo>
                  <a:pt x="66347" y="100938"/>
                  <a:pt x="100938" y="66347"/>
                  <a:pt x="143468" y="66347"/>
                </a:cubicBezTo>
                <a:cubicBezTo>
                  <a:pt x="185998" y="66347"/>
                  <a:pt x="220589" y="100938"/>
                  <a:pt x="220589" y="143468"/>
                </a:cubicBezTo>
                <a:cubicBezTo>
                  <a:pt x="220589" y="185998"/>
                  <a:pt x="185998" y="220589"/>
                  <a:pt x="143468" y="220589"/>
                </a:cubicBezTo>
                <a:close/>
                <a:moveTo>
                  <a:pt x="634265" y="518583"/>
                </a:moveTo>
                <a:lnTo>
                  <a:pt x="544952" y="374548"/>
                </a:lnTo>
                <a:cubicBezTo>
                  <a:pt x="532477" y="354701"/>
                  <a:pt x="511211" y="342792"/>
                  <a:pt x="487678" y="342792"/>
                </a:cubicBezTo>
                <a:cubicBezTo>
                  <a:pt x="464145" y="342792"/>
                  <a:pt x="442880" y="354701"/>
                  <a:pt x="430404" y="374548"/>
                </a:cubicBezTo>
                <a:lnTo>
                  <a:pt x="341091" y="518583"/>
                </a:lnTo>
                <a:cubicBezTo>
                  <a:pt x="328048" y="539565"/>
                  <a:pt x="327481" y="565650"/>
                  <a:pt x="339390" y="587199"/>
                </a:cubicBezTo>
                <a:cubicBezTo>
                  <a:pt x="351298" y="608464"/>
                  <a:pt x="373697" y="621790"/>
                  <a:pt x="398365" y="621790"/>
                </a:cubicBezTo>
                <a:lnTo>
                  <a:pt x="577275" y="621790"/>
                </a:lnTo>
                <a:cubicBezTo>
                  <a:pt x="601659" y="621790"/>
                  <a:pt x="624341" y="608464"/>
                  <a:pt x="636250" y="587199"/>
                </a:cubicBezTo>
                <a:cubicBezTo>
                  <a:pt x="648158" y="565650"/>
                  <a:pt x="647591" y="539281"/>
                  <a:pt x="634548" y="518583"/>
                </a:cubicBezTo>
                <a:close/>
                <a:moveTo>
                  <a:pt x="577558" y="555443"/>
                </a:moveTo>
                <a:cubicBezTo>
                  <a:pt x="577558" y="555443"/>
                  <a:pt x="577558" y="555443"/>
                  <a:pt x="577275" y="555443"/>
                </a:cubicBezTo>
                <a:lnTo>
                  <a:pt x="398081" y="555443"/>
                </a:lnTo>
                <a:cubicBezTo>
                  <a:pt x="398081" y="555443"/>
                  <a:pt x="397798" y="553742"/>
                  <a:pt x="397798" y="553742"/>
                </a:cubicBezTo>
                <a:lnTo>
                  <a:pt x="487111" y="409706"/>
                </a:lnTo>
                <a:lnTo>
                  <a:pt x="488529" y="409706"/>
                </a:lnTo>
                <a:lnTo>
                  <a:pt x="577842" y="553742"/>
                </a:lnTo>
                <a:lnTo>
                  <a:pt x="577842" y="555443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5"/>
          <p:cNvSpPr txBox="1">
            <a:spLocks noGrp="1"/>
          </p:cNvSpPr>
          <p:nvPr>
            <p:ph type="title"/>
          </p:nvPr>
        </p:nvSpPr>
        <p:spPr>
          <a:xfrm>
            <a:off x="342900" y="342900"/>
            <a:ext cx="8458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CONTENTS </a:t>
            </a:r>
            <a:r>
              <a:rPr lang="en"/>
              <a:t>OF THIS TEMPLATES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5122600" y="648321"/>
            <a:ext cx="3792900" cy="29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 IS A LONG </a:t>
            </a:r>
            <a:r>
              <a:rPr lang="en"/>
              <a:t>TITLE TO CAPTIVATE THE AUDIENCE ATTENTION DURING PRESENTATION</a:t>
            </a:r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"/>
          </p:nvPr>
        </p:nvSpPr>
        <p:spPr>
          <a:xfrm>
            <a:off x="5122600" y="3705450"/>
            <a:ext cx="36786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entire Solar System</a:t>
            </a:r>
            <a:endParaRPr/>
          </a:p>
        </p:txBody>
      </p:sp>
      <p:pic>
        <p:nvPicPr>
          <p:cNvPr id="176" name="Google Shape;176;p27" title="patient-undergoing-brain-scan-futuristic-medical-setting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2366" t="14892" r="263" b="14899"/>
          <a:stretch/>
        </p:blipFill>
        <p:spPr>
          <a:xfrm>
            <a:off x="342900" y="342900"/>
            <a:ext cx="4229101" cy="445785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>
            <a:spLocks noGrp="1"/>
          </p:cNvSpPr>
          <p:nvPr>
            <p:ph type="title"/>
          </p:nvPr>
        </p:nvSpPr>
        <p:spPr>
          <a:xfrm>
            <a:off x="335925" y="634425"/>
            <a:ext cx="5097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THESE</a:t>
            </a:r>
            <a:r>
              <a:rPr lang="en"/>
              <a:t> ARE TWO IDEAS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349345" y="3105291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Saturn is a gas giant and has several rings. It</a:t>
            </a:r>
            <a:r>
              <a:rPr lang="en" sz="1000" dirty="0"/>
              <a:t>’</a:t>
            </a:r>
            <a:r>
              <a:rPr lang="en" dirty="0"/>
              <a:t>s composed mostly of hydrogen and helium. It was named after the Roman god of wealth and agriculture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349339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Saturn</a:t>
            </a:r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subTitle" idx="3"/>
          </p:nvPr>
        </p:nvSpPr>
        <p:spPr>
          <a:xfrm>
            <a:off x="2900989" y="3105280"/>
            <a:ext cx="2112300" cy="18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Its atmosphere is extremely poisonous, primarily made up of carbon dioxide with clouds of sulfuric acid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4"/>
          </p:nvPr>
        </p:nvSpPr>
        <p:spPr>
          <a:xfrm>
            <a:off x="2909964" y="2219500"/>
            <a:ext cx="2112300" cy="7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about Venus</a:t>
            </a:r>
            <a:endParaRPr/>
          </a:p>
        </p:txBody>
      </p:sp>
      <p:pic>
        <p:nvPicPr>
          <p:cNvPr id="199" name="Google Shape;199;p30" title="robot-runner.jpg"/>
          <p:cNvPicPr preferRelativeResize="0">
            <a:picLocks noGrp="1"/>
          </p:cNvPicPr>
          <p:nvPr>
            <p:ph type="pic" idx="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206075" y="800100"/>
            <a:ext cx="2580323" cy="37718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31" title="3d-rendering-futuristic-technologies.jp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8854" b="8862"/>
          <a:stretch/>
        </p:blipFill>
        <p:spPr>
          <a:xfrm>
            <a:off x="0" y="0"/>
            <a:ext cx="9144003" cy="5143502"/>
          </a:xfrm>
          <a:prstGeom prst="rect">
            <a:avLst/>
          </a:prstGeom>
        </p:spPr>
      </p:pic>
      <p:sp>
        <p:nvSpPr>
          <p:cNvPr id="205" name="Google Shape;205;p31"/>
          <p:cNvSpPr txBox="1">
            <a:spLocks noGrp="1"/>
          </p:cNvSpPr>
          <p:nvPr>
            <p:ph type="title"/>
          </p:nvPr>
        </p:nvSpPr>
        <p:spPr>
          <a:xfrm>
            <a:off x="228600" y="4549500"/>
            <a:ext cx="3658500" cy="36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picture is worth a thousand words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2"/>
          <p:cNvSpPr/>
          <p:nvPr/>
        </p:nvSpPr>
        <p:spPr>
          <a:xfrm>
            <a:off x="7381275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1" name="Google Shape;211;p32"/>
          <p:cNvSpPr/>
          <p:nvPr/>
        </p:nvSpPr>
        <p:spPr>
          <a:xfrm>
            <a:off x="56894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2" name="Google Shape;212;p32"/>
          <p:cNvSpPr/>
          <p:nvPr/>
        </p:nvSpPr>
        <p:spPr>
          <a:xfrm>
            <a:off x="3966200" y="128607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2279300" y="1296625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92400" y="1289350"/>
            <a:ext cx="743400" cy="743400"/>
          </a:xfrm>
          <a:prstGeom prst="roundRect">
            <a:avLst>
              <a:gd name="adj" fmla="val 0"/>
            </a:avLst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15" name="Google Shape;215;p32"/>
          <p:cNvSpPr txBox="1">
            <a:spLocks noGrp="1"/>
          </p:cNvSpPr>
          <p:nvPr>
            <p:ph type="title"/>
          </p:nvPr>
        </p:nvSpPr>
        <p:spPr>
          <a:xfrm>
            <a:off x="349349" y="154925"/>
            <a:ext cx="818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THIS</a:t>
            </a:r>
            <a:r>
              <a:rPr lang="en">
                <a:latin typeface="Unbounded Light"/>
                <a:ea typeface="Unbounded Light"/>
                <a:cs typeface="Unbounded Light"/>
                <a:sym typeface="Unbounded Light"/>
              </a:rPr>
              <a:t> IS A TIMELINE</a:t>
            </a:r>
            <a:endParaRPr>
              <a:latin typeface="Unbounded Light"/>
              <a:ea typeface="Unbounded Light"/>
              <a:cs typeface="Unbounded Light"/>
              <a:sym typeface="Unbounded Light"/>
            </a:endParaRPr>
          </a:p>
        </p:txBody>
      </p:sp>
      <p:sp>
        <p:nvSpPr>
          <p:cNvPr id="216" name="Google Shape;216;p32"/>
          <p:cNvSpPr/>
          <p:nvPr/>
        </p:nvSpPr>
        <p:spPr>
          <a:xfrm>
            <a:off x="612950" y="1306625"/>
            <a:ext cx="702300" cy="7023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01</a:t>
            </a:r>
            <a:endParaRPr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2274302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02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3966202" y="1296600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03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689401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04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7381277" y="1296613"/>
            <a:ext cx="743400" cy="7434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05</a:t>
            </a:r>
            <a:endParaRPr sz="1500">
              <a:solidFill>
                <a:schemeClr val="dk1"/>
              </a:solidFill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571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Venus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217516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Earth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3884610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This is Mars</a:t>
            </a:r>
            <a:endParaRPr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5593544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Jupiter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302992" y="2138611"/>
            <a:ext cx="1589700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This is Saturn</a:t>
            </a:r>
            <a:endParaRPr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226" name="Google Shape;226;p32"/>
          <p:cNvCxnSpPr>
            <a:stCxn id="227" idx="2"/>
          </p:cNvCxnSpPr>
          <p:nvPr/>
        </p:nvCxnSpPr>
        <p:spPr>
          <a:xfrm>
            <a:off x="543689" y="3073750"/>
            <a:ext cx="8310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228" name="Google Shape;228;p32"/>
          <p:cNvSpPr txBox="1"/>
          <p:nvPr/>
        </p:nvSpPr>
        <p:spPr>
          <a:xfrm>
            <a:off x="217417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Earth is the third planet from the Sun and the only one that harbors life in the Solar System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3883624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Despite being red, Mars is actually a cold place. It’s full of iron oxide dust, which gives the planet its reddish cast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55935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Jupiter is  the fourth-brightest object in the night sky. It was named after the Roman god of the skies and lightning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730300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Saturn is a gas giant and has several rings. It’s composed mostly of hydrogen and helium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464751" y="3183125"/>
            <a:ext cx="17877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Venus has a beautiful name and is the second planet from the Sun. It’s terribly hot, even hotter than Mercury</a:t>
            </a:r>
            <a:endParaRPr sz="1000">
              <a:solidFill>
                <a:schemeClr val="dk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2280625" y="3031750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32"/>
          <p:cNvSpPr/>
          <p:nvPr/>
        </p:nvSpPr>
        <p:spPr>
          <a:xfrm>
            <a:off x="3972525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5695700" y="3031738"/>
            <a:ext cx="82800" cy="8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7418875" y="3031738"/>
            <a:ext cx="82800" cy="8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3"/>
          <p:cNvSpPr txBox="1">
            <a:spLocks noGrp="1"/>
          </p:cNvSpPr>
          <p:nvPr>
            <p:ph type="title"/>
          </p:nvPr>
        </p:nvSpPr>
        <p:spPr>
          <a:xfrm>
            <a:off x="228600" y="2683250"/>
            <a:ext cx="4292400" cy="21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Unbounded Black"/>
                <a:ea typeface="Unbounded Black"/>
                <a:cs typeface="Unbounded Black"/>
                <a:sym typeface="Unbounded Black"/>
              </a:rPr>
              <a:t>THANK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</a:t>
            </a:r>
            <a:endParaRPr/>
          </a:p>
        </p:txBody>
      </p:sp>
      <p:grpSp>
        <p:nvGrpSpPr>
          <p:cNvPr id="243" name="Google Shape;243;p33"/>
          <p:cNvGrpSpPr/>
          <p:nvPr/>
        </p:nvGrpSpPr>
        <p:grpSpPr>
          <a:xfrm>
            <a:off x="8298741" y="3894466"/>
            <a:ext cx="502354" cy="502441"/>
            <a:chOff x="228600" y="366637"/>
            <a:chExt cx="437400" cy="437400"/>
          </a:xfrm>
        </p:grpSpPr>
        <p:sp>
          <p:nvSpPr>
            <p:cNvPr id="244" name="Google Shape;244;p33"/>
            <p:cNvSpPr/>
            <p:nvPr/>
          </p:nvSpPr>
          <p:spPr>
            <a:xfrm>
              <a:off x="228600" y="3666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5" name="Google Shape;245;p33"/>
            <p:cNvGrpSpPr/>
            <p:nvPr/>
          </p:nvGrpSpPr>
          <p:grpSpPr>
            <a:xfrm>
              <a:off x="305649" y="447341"/>
              <a:ext cx="276012" cy="275991"/>
              <a:chOff x="3368074" y="3882537"/>
              <a:chExt cx="215298" cy="215298"/>
            </a:xfrm>
          </p:grpSpPr>
          <p:sp>
            <p:nvSpPr>
              <p:cNvPr id="246" name="Google Shape;246;p33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33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33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9" name="Google Shape;249;p33"/>
          <p:cNvGrpSpPr/>
          <p:nvPr/>
        </p:nvGrpSpPr>
        <p:grpSpPr>
          <a:xfrm>
            <a:off x="7327203" y="3894453"/>
            <a:ext cx="502354" cy="502441"/>
            <a:chOff x="224950" y="1332049"/>
            <a:chExt cx="437400" cy="437400"/>
          </a:xfrm>
        </p:grpSpPr>
        <p:sp>
          <p:nvSpPr>
            <p:cNvPr id="250" name="Google Shape;250;p33"/>
            <p:cNvSpPr/>
            <p:nvPr/>
          </p:nvSpPr>
          <p:spPr>
            <a:xfrm>
              <a:off x="224950" y="1332049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" name="Google Shape;251;p33"/>
            <p:cNvGrpSpPr/>
            <p:nvPr/>
          </p:nvGrpSpPr>
          <p:grpSpPr>
            <a:xfrm>
              <a:off x="310256" y="1431462"/>
              <a:ext cx="266790" cy="238574"/>
              <a:chOff x="3824739" y="3890112"/>
              <a:chExt cx="208105" cy="186110"/>
            </a:xfrm>
          </p:grpSpPr>
          <p:sp>
            <p:nvSpPr>
              <p:cNvPr id="252" name="Google Shape;252;p33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253;p33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33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05025" tIns="105025" rIns="105025" bIns="1050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55" name="Google Shape;255;p33"/>
          <p:cNvGrpSpPr/>
          <p:nvPr/>
        </p:nvGrpSpPr>
        <p:grpSpPr>
          <a:xfrm>
            <a:off x="6355665" y="3894440"/>
            <a:ext cx="502354" cy="502441"/>
            <a:chOff x="224950" y="2277037"/>
            <a:chExt cx="437400" cy="437400"/>
          </a:xfrm>
        </p:grpSpPr>
        <p:sp>
          <p:nvSpPr>
            <p:cNvPr id="256" name="Google Shape;256;p33"/>
            <p:cNvSpPr/>
            <p:nvPr/>
          </p:nvSpPr>
          <p:spPr>
            <a:xfrm>
              <a:off x="224950" y="2277037"/>
              <a:ext cx="437400" cy="437400"/>
            </a:xfrm>
            <a:prstGeom prst="rect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05025" tIns="105025" rIns="105025" bIns="1050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3"/>
            <p:cNvSpPr/>
            <p:nvPr/>
          </p:nvSpPr>
          <p:spPr>
            <a:xfrm>
              <a:off x="309399" y="2358535"/>
              <a:ext cx="268502" cy="274403"/>
            </a:xfrm>
            <a:custGeom>
              <a:avLst/>
              <a:gdLst/>
              <a:ahLst/>
              <a:cxnLst/>
              <a:rect l="l" t="t" r="r" b="b"/>
              <a:pathLst>
                <a:path w="6712561" h="6860069" extrusionOk="0">
                  <a:moveTo>
                    <a:pt x="3994869" y="2904749"/>
                  </a:moveTo>
                  <a:lnTo>
                    <a:pt x="6493788" y="0"/>
                  </a:lnTo>
                  <a:lnTo>
                    <a:pt x="5901628" y="0"/>
                  </a:lnTo>
                  <a:lnTo>
                    <a:pt x="3731848" y="2522189"/>
                  </a:lnTo>
                  <a:lnTo>
                    <a:pt x="1998833" y="0"/>
                  </a:lnTo>
                  <a:lnTo>
                    <a:pt x="0" y="0"/>
                  </a:lnTo>
                  <a:lnTo>
                    <a:pt x="2620640" y="3813966"/>
                  </a:lnTo>
                  <a:lnTo>
                    <a:pt x="0" y="6860070"/>
                  </a:lnTo>
                  <a:lnTo>
                    <a:pt x="592216" y="6860070"/>
                  </a:lnTo>
                  <a:lnTo>
                    <a:pt x="2883548" y="4196581"/>
                  </a:lnTo>
                  <a:lnTo>
                    <a:pt x="4713728" y="6860070"/>
                  </a:lnTo>
                  <a:lnTo>
                    <a:pt x="6712561" y="6860070"/>
                  </a:lnTo>
                  <a:lnTo>
                    <a:pt x="3994757" y="2904749"/>
                  </a:lnTo>
                  <a:lnTo>
                    <a:pt x="3994925" y="2904749"/>
                  </a:lnTo>
                  <a:close/>
                  <a:moveTo>
                    <a:pt x="3183768" y="3847528"/>
                  </a:moveTo>
                  <a:lnTo>
                    <a:pt x="2918230" y="3467765"/>
                  </a:lnTo>
                  <a:lnTo>
                    <a:pt x="805563" y="445770"/>
                  </a:lnTo>
                  <a:lnTo>
                    <a:pt x="1715115" y="445770"/>
                  </a:lnTo>
                  <a:lnTo>
                    <a:pt x="3420106" y="2884611"/>
                  </a:lnTo>
                  <a:lnTo>
                    <a:pt x="3685644" y="3264375"/>
                  </a:lnTo>
                  <a:lnTo>
                    <a:pt x="5901907" y="6434494"/>
                  </a:lnTo>
                  <a:lnTo>
                    <a:pt x="4992356" y="6434494"/>
                  </a:lnTo>
                  <a:lnTo>
                    <a:pt x="3183824" y="3847640"/>
                  </a:lnTo>
                  <a:lnTo>
                    <a:pt x="3183824" y="384747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05025" tIns="52500" rIns="105025" bIns="525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68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oogle Shape;263;p34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264" name="Google Shape;264;p34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5" name="Google Shape;265;p34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6" name="Google Shape;266;p34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67" name="Google Shape;267;p34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68" name="Google Shape;268;p3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269" name="Google Shape;269;p3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0" name="Google Shape;270;p3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1" name="Google Shape;271;p3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2" name="Google Shape;272;p3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73" name="Google Shape;273;p34"/>
          <p:cNvGrpSpPr/>
          <p:nvPr/>
        </p:nvGrpSpPr>
        <p:grpSpPr>
          <a:xfrm>
            <a:off x="942185" y="2419464"/>
            <a:ext cx="291890" cy="291890"/>
            <a:chOff x="2085525" y="4992125"/>
            <a:chExt cx="481825" cy="481825"/>
          </a:xfrm>
        </p:grpSpPr>
        <p:sp>
          <p:nvSpPr>
            <p:cNvPr id="274" name="Google Shape;274;p3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5" name="Google Shape;275;p3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76" name="Google Shape;276;p3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277" name="Google Shape;277;p34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279" name="Google Shape;279;p3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942185" y="1551114"/>
            <a:ext cx="291890" cy="291890"/>
            <a:chOff x="1492675" y="4992125"/>
            <a:chExt cx="481825" cy="481825"/>
          </a:xfrm>
        </p:grpSpPr>
        <p:sp>
          <p:nvSpPr>
            <p:cNvPr id="281" name="Google Shape;281;p3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83" name="Google Shape;283;p3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287" name="Google Shape;287;p34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p34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p34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0" name="Google Shape;290;p34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91" name="Google Shape;291;p34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292" name="Google Shape;292;p34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293" name="Google Shape;293;p3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97" name="Google Shape;297;p34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298" name="Google Shape;298;p34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299" name="Google Shape;299;p34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" name="Google Shape;301;p34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02" name="Google Shape;302;p34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9" name="Google Shape;309;p35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10" name="Google Shape;310;p35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1" name="Google Shape;311;p35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2" name="Google Shape;312;p35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13" name="Google Shape;313;p35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5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5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6" name="Google Shape;316;p35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17" name="Google Shape;317;p35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" name="Google Shape;318;p35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" name="Google Shape;319;p35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0" name="Google Shape;320;p35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1" name="Google Shape;321;p35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3" name="Google Shape;323;p35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6" name="Google Shape;326;p35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7" name="Google Shape;327;p35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8" name="Google Shape;328;p35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9" name="Google Shape;329;p35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" name="Google Shape;330;p3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31" name="Google Shape;331;p35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32" name="Google Shape;332;p35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3" name="Google Shape;333;p35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36" name="Google Shape;336;p35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37" name="Google Shape;337;p35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38" name="Google Shape;338;p35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39" name="Google Shape;339;p35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0" name="Google Shape;340;p35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41" name="Google Shape;341;p35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2" name="Google Shape;342;p35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3" name="Google Shape;343;p35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5" name="Google Shape;345;p35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47" name="Google Shape;347;p35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48" name="Google Shape;348;p3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49" name="Google Shape;349;p3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3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35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54" name="Google Shape;354;p35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57" name="Google Shape;357;p35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64" name="Google Shape;364;p36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5" name="Google Shape;365;p36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6" name="Google Shape;366;p36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7" name="Google Shape;367;p36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8" name="Google Shape;368;p36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0B0F1A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9" name="Google Shape;369;p36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#0b0f1a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0" name="Google Shape;370;p36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1" name="Google Shape;371;p36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#2dd4bf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72" name="Google Shape;372;p36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73" name="Google Shape;373;p36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6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6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6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6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6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6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36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81" name="Google Shape;381;p36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3" name="Google Shape;383;p36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36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Unbounded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36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Raleway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36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3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pic>
        <p:nvPicPr>
          <p:cNvPr id="393" name="Google Shape;393;p37"/>
          <p:cNvPicPr preferRelativeResize="0"/>
          <p:nvPr/>
        </p:nvPicPr>
        <p:blipFill rotWithShape="1">
          <a:blip r:embed="rId3">
            <a:alphaModFix/>
          </a:blip>
          <a:srcRect l="15472" t="9885" r="10608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4" name="Google Shape;394;p37"/>
          <p:cNvPicPr preferRelativeResize="0"/>
          <p:nvPr/>
        </p:nvPicPr>
        <p:blipFill rotWithShape="1">
          <a:blip r:embed="rId4">
            <a:alphaModFix/>
          </a:blip>
          <a:srcRect l="19756" t="20518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5" name="Google Shape;395;p37"/>
          <p:cNvPicPr preferRelativeResize="0"/>
          <p:nvPr/>
        </p:nvPicPr>
        <p:blipFill rotWithShape="1">
          <a:blip r:embed="rId5">
            <a:alphaModFix/>
          </a:blip>
          <a:srcRect t="53087" b="-1591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96" name="Google Shape;396;p37"/>
          <p:cNvPicPr preferRelativeResize="0"/>
          <p:nvPr/>
        </p:nvPicPr>
        <p:blipFill rotWithShape="1">
          <a:blip r:embed="rId6">
            <a:alphaModFix/>
          </a:blip>
          <a:srcRect l="3892" t="22371" r="3883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sp>
        <p:nvSpPr>
          <p:cNvPr id="397" name="Google Shape;397;p37"/>
          <p:cNvSpPr txBox="1"/>
          <p:nvPr/>
        </p:nvSpPr>
        <p:spPr>
          <a:xfrm>
            <a:off x="584550" y="3386149"/>
            <a:ext cx="7974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8" name="Google Shape;398;p37">
            <a:hlinkClick r:id="rId7"/>
          </p:cNvPr>
          <p:cNvSpPr/>
          <p:nvPr/>
        </p:nvSpPr>
        <p:spPr>
          <a:xfrm>
            <a:off x="3173250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4" name="Google Shape;404;p3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405" name="Google Shape;405;p38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38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8" name="Google Shape;408;p38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10" name="Google Shape;410;p38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411" name="Google Shape;411;p38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8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3" name="Google Shape;413;p38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414" name="Google Shape;414;p38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8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8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8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" name="Google Shape;418;p38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419" name="Google Shape;419;p38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8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1" name="Google Shape;421;p38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422" name="Google Shape;422;p38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8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8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" name="Google Shape;425;p38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426" name="Google Shape;426;p38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8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8" name="Google Shape;428;p38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429" name="Google Shape;429;p38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8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8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8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" name="Google Shape;433;p38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434" name="Google Shape;434;p38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8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8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8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8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9" name="Google Shape;439;p38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440" name="Google Shape;440;p38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8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8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8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4" name="Google Shape;444;p38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445" name="Google Shape;445;p38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8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8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8" name="Google Shape;448;p38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449" name="Google Shape;449;p38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8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8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8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38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456" name="Google Shape;456;p38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8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8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8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8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3" name="Google Shape;463;p38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8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5" name="Google Shape;465;p38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466" name="Google Shape;466;p38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8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38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469" name="Google Shape;469;p38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8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" name="Google Shape;471;p38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472" name="Google Shape;472;p38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8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" name="Google Shape;474;p38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475" name="Google Shape;475;p38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8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" name="Google Shape;477;p38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478" name="Google Shape;478;p38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8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8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" name="Google Shape;481;p38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2" name="Google Shape;482;p38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483" name="Google Shape;483;p38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8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8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486" name="Google Shape;486;p38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8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8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8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38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38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492" name="Google Shape;492;p38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8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38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495" name="Google Shape;495;p38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8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" name="Google Shape;497;p38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498" name="Google Shape;498;p38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8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8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8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8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8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8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8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6" name="Google Shape;506;p38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8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" name="Google Shape;508;p38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509" name="Google Shape;509;p38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2" name="Google Shape;512;p38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8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4" name="Google Shape;514;p38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5" name="Google Shape;515;p38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6" name="Google Shape;516;p38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7" name="Google Shape;517;p38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8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19" name="Google Shape;519;p38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520" name="Google Shape;520;p38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1" name="Google Shape;521;p38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2" name="Google Shape;522;p38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523" name="Google Shape;523;p38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4" name="Google Shape;524;p38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5" name="Google Shape;525;p38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526" name="Google Shape;526;p38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27" name="Google Shape;527;p38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28" name="Google Shape;528;p38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529" name="Google Shape;529;p38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0" name="Google Shape;530;p38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1" name="Google Shape;531;p38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532" name="Google Shape;532;p38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3" name="Google Shape;533;p38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4" name="Google Shape;534;p38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535" name="Google Shape;535;p38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6" name="Google Shape;536;p38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37" name="Google Shape;537;p38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2" name="Google Shape;542;p39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543" name="Google Shape;543;p39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544" name="Google Shape;544;p39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45" name="Google Shape;545;p39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46" name="Google Shape;546;p39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547" name="Google Shape;547;p39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48" name="Google Shape;548;p39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549" name="Google Shape;549;p39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GB"/>
                </a:p>
              </p:txBody>
            </p:sp>
            <p:sp>
              <p:nvSpPr>
                <p:cNvPr id="550" name="Google Shape;550;p39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1" name="Google Shape;551;p39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2" name="Google Shape;552;p39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3" name="Google Shape;553;p39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554" name="Google Shape;554;p39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55" name="Google Shape;555;p39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556" name="Google Shape;556;p39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57" name="Google Shape;557;p39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58" name="Google Shape;558;p39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559" name="Google Shape;559;p39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60" name="Google Shape;560;p39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561;p39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562;p39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563;p39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39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65" name="Google Shape;565;p39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566" name="Google Shape;566;p39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567;p39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68" name="Google Shape;568;p39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569" name="Google Shape;569;p39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570;p39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1" name="Google Shape;571;p39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2" name="Google Shape;572;p39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573" name="Google Shape;573;p39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574;p39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575" name="Google Shape;575;p39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77" name="Google Shape;577;p39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8" name="Google Shape;578;p39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579" name="Google Shape;579;p39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grpSp>
            <p:nvGrpSpPr>
              <p:cNvPr id="580" name="Google Shape;580;p39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581" name="Google Shape;581;p39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2" name="Google Shape;582;p39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583" name="Google Shape;583;p39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584" name="Google Shape;584;p39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5" name="Google Shape;585;p39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586" name="Google Shape;586;p39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587" name="Google Shape;587;p39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88" name="Google Shape;588;p39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9" name="Google Shape;589;p39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590" name="Google Shape;590;p39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591" name="Google Shape;591;p39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92" name="Google Shape;592;p39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9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9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595" name="Google Shape;595;p39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596" name="Google Shape;596;p39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39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39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39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39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39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39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39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39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39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39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39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9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9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9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39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612" name="Google Shape;612;p39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9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9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9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9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9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9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9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9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9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9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9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9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9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9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9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9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632" name="Google Shape;632;p39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633" name="Google Shape;633;p39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4" name="Google Shape;634;p39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635" name="Google Shape;635;p39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39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7" name="Google Shape;637;p39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8" name="Google Shape;638;p39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639" name="Google Shape;639;p39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9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39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39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43" name="Google Shape;643;p39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9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9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9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9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9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9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0" name="Google Shape;650;p39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651" name="Google Shape;651;p39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39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39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39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55" name="Google Shape;655;p39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9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9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9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9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9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9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9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9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9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9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9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9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9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9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9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4" name="Google Shape;684;p39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685" name="Google Shape;685;p39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9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87" name="Google Shape;687;p39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88" name="Google Shape;688;p39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689" name="Google Shape;689;p39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690" name="Google Shape;690;p39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1" name="Google Shape;691;p39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692" name="Google Shape;692;p39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9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4" name="Google Shape;694;p39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9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9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9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9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9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9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02" name="Google Shape;702;p39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703" name="Google Shape;703;p39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9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9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9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39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9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9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9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9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9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9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9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15" name="Google Shape;715;p39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716" name="Google Shape;716;p39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9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9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9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0" name="Google Shape;720;p39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9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9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9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9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9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9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9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9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9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9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9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9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9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9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9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9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37" name="Google Shape;737;p39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9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9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9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9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9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9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9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9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9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9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9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49" name="Google Shape;749;p39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9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9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9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9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9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2" name="Google Shape;762;p39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763" name="Google Shape;763;p39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9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5" name="Google Shape;765;p39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9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9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784" name="Google Shape;784;p39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9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9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9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9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9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790" name="Google Shape;790;p39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9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9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9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9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9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9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9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9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9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801" name="Google Shape;801;p39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9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9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9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9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9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9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9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9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9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9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9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9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9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9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9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9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9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9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9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9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9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9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9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9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9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9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9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9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9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9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9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9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9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9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9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9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9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9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9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9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9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9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9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9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9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9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9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9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9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9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39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853" name="Google Shape;853;p39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9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5" name="Google Shape;855;p39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856" name="Google Shape;856;p39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9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" name="Google Shape;858;p39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859" name="Google Shape;859;p39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9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1" name="Google Shape;861;p39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862" name="Google Shape;862;p39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9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4" name="Google Shape;864;p39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865" name="Google Shape;865;p39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9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7" name="Google Shape;867;p39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868" name="Google Shape;868;p39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869" name="Google Shape;869;p39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9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9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9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873" name="Google Shape;873;p39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9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9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6" name="Google Shape;876;p39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77" name="Google Shape;877;p39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878" name="Google Shape;878;p39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79" name="Google Shape;879;p39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880" name="Google Shape;880;p39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39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39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39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39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39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39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39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39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39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0" name="Google Shape;890;p39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891" name="Google Shape;891;p39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92" name="Google Shape;892;p39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893" name="Google Shape;893;p39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39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39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39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39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98" name="Google Shape;898;p39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9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9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1" name="Google Shape;901;p39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902" name="Google Shape;902;p39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3" name="Google Shape;903;p39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904" name="Google Shape;904;p39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39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39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39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39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39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39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39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39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39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39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39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39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17" name="Google Shape;917;p39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39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39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920" name="Google Shape;920;p39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1" name="Google Shape;921;p39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922" name="Google Shape;922;p39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39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9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9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9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9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9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9" name="Google Shape;929;p39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930" name="Google Shape;930;p39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9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9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9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9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9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9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9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9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9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39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9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9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9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9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9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9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9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9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9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9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39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39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9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9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9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9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9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9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9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9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9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9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9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9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9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9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9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9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9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9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9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9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9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9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9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9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9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9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9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9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9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9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9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9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9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9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39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39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9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9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9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9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9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9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9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9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9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9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39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39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9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9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9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9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9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9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9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9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9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9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9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9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9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9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9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9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9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9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9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9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9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9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9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9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9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9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9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9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9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9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4" name="Google Shape;1044;p39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1045" name="Google Shape;1045;p39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1046" name="Google Shape;1046;p39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9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48" name="Google Shape;1048;p39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3" name="Google Shape;1053;p40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1054" name="Google Shape;1054;p40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5" name="Google Shape;1055;p40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6" name="Google Shape;1056;p40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7" name="Google Shape;1057;p40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58" name="Google Shape;1058;p40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9" name="Google Shape;1059;p40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1060" name="Google Shape;1060;p40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1061" name="Google Shape;1061;p40"/>
              <p:cNvCxnSpPr>
                <a:endCxn id="1062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40"/>
              <p:cNvCxnSpPr>
                <a:stCxn id="1064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5" name="Google Shape;1065;p40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40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6" name="Google Shape;1066;p40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1067" name="Google Shape;1067;p40"/>
              <p:cNvCxnSpPr>
                <a:stCxn id="1068" idx="6"/>
                <a:endCxn id="1069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40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68" name="Google Shape;1068;p40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Google Shape;1062;p40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40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1072" name="Google Shape;1072;p40"/>
              <p:cNvCxnSpPr>
                <a:stCxn id="1073" idx="6"/>
                <a:endCxn id="1074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40"/>
              <p:cNvCxnSpPr>
                <a:stCxn id="1069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3" name="Google Shape;1073;p40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40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6" name="Google Shape;1076;p40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1077" name="Google Shape;1077;p40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78" name="Google Shape;1078;p40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40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79" name="Google Shape;1079;p40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1080" name="Google Shape;1080;p40"/>
            <p:cNvCxnSpPr>
              <a:stCxn id="1081" idx="4"/>
              <a:endCxn id="1082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3" name="Google Shape;1083;p40"/>
            <p:cNvCxnSpPr>
              <a:stCxn id="1082" idx="0"/>
              <a:endCxn id="1084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40"/>
            <p:cNvCxnSpPr>
              <a:stCxn id="1084" idx="4"/>
              <a:endCxn id="1086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40"/>
            <p:cNvCxnSpPr>
              <a:stCxn id="1086" idx="0"/>
              <a:endCxn id="1088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88" name="Google Shape;1088;p40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4" name="Google Shape;1084;p40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1" name="Google Shape;1081;p40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6" name="Google Shape;1086;p40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2" name="Google Shape;1082;p40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89" name="Google Shape;1089;p40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1090" name="Google Shape;1090;p40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40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40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93" name="Google Shape;1093;p40"/>
            <p:cNvCxnSpPr>
              <a:stCxn id="1090" idx="6"/>
              <a:endCxn id="1091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40"/>
            <p:cNvCxnSpPr>
              <a:stCxn id="1091" idx="4"/>
              <a:endCxn id="1095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40"/>
            <p:cNvCxnSpPr>
              <a:stCxn id="1095" idx="6"/>
              <a:endCxn id="1092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7" name="Google Shape;1097;p40"/>
            <p:cNvCxnSpPr>
              <a:stCxn id="1092" idx="4"/>
              <a:endCxn id="1098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95" name="Google Shape;1095;p40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40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40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00" name="Google Shape;1100;p40"/>
            <p:cNvCxnSpPr>
              <a:endCxn id="1099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01" name="Google Shape;1101;p40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1102" name="Google Shape;1102;p40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3" name="Google Shape;1103;p40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4" name="Google Shape;1104;p40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5" name="Google Shape;1105;p40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6" name="Google Shape;1106;p40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7" name="Google Shape;1107;p40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108" name="Google Shape;1108;p40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109" name="Google Shape;1109;p40"/>
            <p:cNvCxnSpPr>
              <a:stCxn id="1102" idx="2"/>
              <a:endCxn id="1103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0" name="Google Shape;1110;p40"/>
            <p:cNvCxnSpPr>
              <a:stCxn id="1104" idx="0"/>
              <a:endCxn id="1102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1" name="Google Shape;1111;p40"/>
            <p:cNvCxnSpPr>
              <a:stCxn id="1104" idx="2"/>
              <a:endCxn id="1106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2" name="Google Shape;1112;p40"/>
            <p:cNvCxnSpPr>
              <a:stCxn id="1105" idx="0"/>
              <a:endCxn id="1104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3" name="Google Shape;1113;p40"/>
            <p:cNvCxnSpPr>
              <a:stCxn id="1103" idx="2"/>
              <a:endCxn id="1108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14" name="Google Shape;1114;p40"/>
            <p:cNvCxnSpPr>
              <a:stCxn id="1107" idx="0"/>
              <a:endCxn id="1103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115" name="Google Shape;1115;p40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1116" name="Google Shape;1116;p40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1117" name="Google Shape;1117;p40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8" name="Google Shape;1118;p40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19" name="Google Shape;1119;p40"/>
                <p:cNvCxnSpPr>
                  <a:stCxn id="1120" idx="4"/>
                  <a:endCxn id="1117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0" name="Google Shape;112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1" name="Google Shape;1121;p40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1122" name="Google Shape;1122;p40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3" name="Google Shape;1123;p40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24" name="Google Shape;1124;p40"/>
                <p:cNvCxnSpPr>
                  <a:stCxn id="1125" idx="4"/>
                  <a:endCxn id="1122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25" name="Google Shape;112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26" name="Google Shape;1126;p40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1127" name="Google Shape;1127;p40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28" name="Google Shape;1128;p40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1129" name="Google Shape;1129;p40"/>
                <p:cNvCxnSpPr>
                  <a:stCxn id="1130" idx="4"/>
                  <a:endCxn id="1122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0" name="Google Shape;1130;p40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131" name="Google Shape;1131;p40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1132" name="Google Shape;1132;p40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33" name="Google Shape;1133;p40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1134" name="Google Shape;1134;p40"/>
                <p:cNvCxnSpPr>
                  <a:stCxn id="1135" idx="4"/>
                  <a:endCxn id="1132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1135" name="Google Shape;1135;p40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1136" name="Google Shape;1136;p40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1137" name="Google Shape;1137;p40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8" name="Google Shape;1138;p40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9" name="Google Shape;1139;p40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0" name="Google Shape;1140;p40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1" name="Google Shape;1141;p40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2" name="Google Shape;1142;p40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3" name="Google Shape;1143;p40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4" name="Google Shape;1144;p40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5" name="Google Shape;1145;p40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6" name="Google Shape;1146;p40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7" name="Google Shape;1147;p40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48" name="Google Shape;1148;p40"/>
            <p:cNvCxnSpPr>
              <a:stCxn id="1143" idx="6"/>
              <a:endCxn id="1149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40"/>
            <p:cNvCxnSpPr>
              <a:stCxn id="1143" idx="6"/>
              <a:endCxn id="1151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51" name="Google Shape;1151;p40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49" name="Google Shape;1149;p40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52" name="Google Shape;1152;p40"/>
            <p:cNvCxnSpPr>
              <a:stCxn id="1142" idx="6"/>
              <a:endCxn id="1144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3" name="Google Shape;1153;p40"/>
            <p:cNvCxnSpPr>
              <a:stCxn id="1142" idx="6"/>
              <a:endCxn id="1145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4" name="Google Shape;1154;p40"/>
            <p:cNvCxnSpPr>
              <a:stCxn id="1141" idx="6"/>
              <a:endCxn id="1146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5" name="Google Shape;1155;p40"/>
            <p:cNvCxnSpPr>
              <a:stCxn id="1141" idx="6"/>
              <a:endCxn id="1147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6" name="Google Shape;1156;p40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1157" name="Google Shape;1157;p40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8" name="Google Shape;1158;p40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59" name="Google Shape;1159;p40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0" name="Google Shape;1160;p40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1" name="Google Shape;1161;p40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2" name="Google Shape;1162;p40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63" name="Google Shape;1163;p40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40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65" name="Google Shape;1165;p40"/>
            <p:cNvCxnSpPr>
              <a:stCxn id="1164" idx="0"/>
              <a:endCxn id="1162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6" name="Google Shape;1166;p40"/>
            <p:cNvCxnSpPr>
              <a:stCxn id="1164" idx="4"/>
              <a:endCxn id="1161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7" name="Google Shape;1167;p40"/>
            <p:cNvCxnSpPr>
              <a:stCxn id="1161" idx="6"/>
              <a:endCxn id="1160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8" name="Google Shape;1168;p40"/>
            <p:cNvCxnSpPr>
              <a:stCxn id="1161" idx="6"/>
              <a:endCxn id="1159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69" name="Google Shape;1169;p40"/>
            <p:cNvCxnSpPr>
              <a:stCxn id="1162" idx="6"/>
              <a:endCxn id="1158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70" name="Google Shape;1170;p40"/>
            <p:cNvCxnSpPr>
              <a:stCxn id="1162" idx="6"/>
              <a:endCxn id="1157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71" name="Google Shape;1171;p40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1172" name="Google Shape;1172;p40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1173" name="Google Shape;1173;p40"/>
              <p:cNvCxnSpPr>
                <a:stCxn id="1174" idx="6"/>
                <a:endCxn id="1175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40"/>
              <p:cNvCxnSpPr>
                <a:stCxn id="1174" idx="0"/>
                <a:endCxn id="1177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77" name="Google Shape;1177;p40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0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178" name="Google Shape;1178;p40"/>
            <p:cNvCxnSpPr>
              <a:stCxn id="1179" idx="1"/>
              <a:endCxn id="1180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81" name="Google Shape;1181;p40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1182" name="Google Shape;1182;p40"/>
              <p:cNvCxnSpPr>
                <a:stCxn id="1183" idx="1"/>
                <a:endCxn id="1175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3" name="Google Shape;1183;p40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0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4" name="Google Shape;1184;p40"/>
              <p:cNvCxnSpPr>
                <a:stCxn id="1175" idx="6"/>
                <a:endCxn id="1185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86" name="Google Shape;1186;p40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1187" name="Google Shape;1187;p40"/>
              <p:cNvCxnSpPr>
                <a:stCxn id="1185" idx="0"/>
                <a:endCxn id="1188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88" name="Google Shape;1188;p40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0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89" name="Google Shape;1189;p40"/>
              <p:cNvCxnSpPr>
                <a:stCxn id="1185" idx="6"/>
                <a:endCxn id="1180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90" name="Google Shape;1190;p40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1179" name="Google Shape;1179;p40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0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91" name="Google Shape;1191;p40"/>
              <p:cNvCxnSpPr>
                <a:stCxn id="1180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1192" name="Google Shape;1192;p40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1193" name="Google Shape;1193;p40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5" name="Google Shape;1195;p40"/>
            <p:cNvCxnSpPr>
              <a:stCxn id="1193" idx="0"/>
              <a:endCxn id="1194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96" name="Google Shape;1196;p40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7" name="Google Shape;1197;p40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98" name="Google Shape;1198;p40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99" name="Google Shape;1199;p40"/>
            <p:cNvCxnSpPr>
              <a:stCxn id="1194" idx="0"/>
              <a:endCxn id="1196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40"/>
            <p:cNvCxnSpPr>
              <a:stCxn id="1196" idx="0"/>
              <a:endCxn id="1198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40"/>
            <p:cNvCxnSpPr>
              <a:stCxn id="1198" idx="0"/>
              <a:endCxn id="1197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2" name="Google Shape;1202;p40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1203" name="Google Shape;1203;p40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4" name="Google Shape;1204;p40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5" name="Google Shape;1205;p40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6" name="Google Shape;1206;p40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7" name="Google Shape;1207;p40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8" name="Google Shape;1208;p40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09" name="Google Shape;1209;p40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10" name="Google Shape;1210;p40"/>
            <p:cNvCxnSpPr>
              <a:stCxn id="1207" idx="0"/>
              <a:endCxn id="1203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1" name="Google Shape;1211;p40"/>
            <p:cNvCxnSpPr>
              <a:stCxn id="1208" idx="0"/>
              <a:endCxn id="1203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2" name="Google Shape;1212;p40"/>
            <p:cNvCxnSpPr>
              <a:stCxn id="1209" idx="0"/>
              <a:endCxn id="1203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3" name="Google Shape;1213;p40"/>
            <p:cNvCxnSpPr>
              <a:stCxn id="1204" idx="2"/>
              <a:endCxn id="1203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4" name="Google Shape;1214;p40"/>
            <p:cNvCxnSpPr>
              <a:stCxn id="1205" idx="2"/>
              <a:endCxn id="1203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5" name="Google Shape;1215;p40"/>
            <p:cNvCxnSpPr>
              <a:stCxn id="1206" idx="2"/>
              <a:endCxn id="1203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16" name="Google Shape;1216;p40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1217" name="Google Shape;1217;p40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40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40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40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21" name="Google Shape;1221;p40"/>
            <p:cNvCxnSpPr>
              <a:stCxn id="1217" idx="6"/>
              <a:endCxn id="1218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2" name="Google Shape;1222;p40"/>
            <p:cNvCxnSpPr>
              <a:stCxn id="1218" idx="6"/>
              <a:endCxn id="1219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3" name="Google Shape;1223;p40"/>
            <p:cNvCxnSpPr>
              <a:stCxn id="1219" idx="6"/>
              <a:endCxn id="1220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24" name="Google Shape;1224;p40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1225" name="Google Shape;1225;p40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226" name="Google Shape;1226;p40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1227" name="Google Shape;1227;p40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Google Shape;1228;p40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Google Shape;1229;p40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Google Shape;1230;p40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Google Shape;1231;p40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Google Shape;1232;p40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Google Shape;1233;p40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Google Shape;1234;p40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Google Shape;1235;p40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Google Shape;1236;p40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Google Shape;1237;p40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40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40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40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Google Shape;1241;p40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Google Shape;1242;p40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Google Shape;1243;p40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Google Shape;1244;p40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Google Shape;1245;p40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Google Shape;1246;p40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247" name="Google Shape;1247;p40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8" name="Google Shape;1248;p40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49" name="Google Shape;1249;p40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0" name="Google Shape;1250;p40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1" name="Google Shape;1251;p40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2" name="Google Shape;1252;p40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3" name="Google Shape;1253;p40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4" name="Google Shape;1254;p40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5" name="Google Shape;1255;p40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6" name="Google Shape;1256;p40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257" name="Google Shape;1257;p40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8" name="Google Shape;1258;p40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59" name="Google Shape;1259;p40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1260" name="Google Shape;1260;p40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1261" name="Google Shape;1261;p40"/>
            <p:cNvCxnSpPr>
              <a:stCxn id="1247" idx="3"/>
              <a:endCxn id="1251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40"/>
            <p:cNvCxnSpPr>
              <a:stCxn id="1253" idx="0"/>
              <a:endCxn id="1257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40"/>
            <p:cNvCxnSpPr>
              <a:stCxn id="1255" idx="2"/>
              <a:endCxn id="1250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40"/>
            <p:cNvCxnSpPr>
              <a:stCxn id="1255" idx="2"/>
              <a:endCxn id="1249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40"/>
            <p:cNvCxnSpPr>
              <a:stCxn id="1252" idx="4"/>
              <a:endCxn id="1248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40"/>
            <p:cNvCxnSpPr>
              <a:stCxn id="1256" idx="6"/>
              <a:endCxn id="1260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40"/>
            <p:cNvCxnSpPr>
              <a:stCxn id="1256" idx="6"/>
              <a:endCxn id="1259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40"/>
            <p:cNvCxnSpPr>
              <a:stCxn id="1254" idx="4"/>
              <a:endCxn id="1258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40"/>
            <p:cNvCxnSpPr>
              <a:stCxn id="1247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0" name="Google Shape;1270;p40"/>
            <p:cNvCxnSpPr>
              <a:stCxn id="1250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1" name="Google Shape;1271;p40"/>
            <p:cNvCxnSpPr>
              <a:stCxn id="1249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2" name="Google Shape;1272;p40"/>
            <p:cNvCxnSpPr>
              <a:stCxn id="1248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3" name="Google Shape;1273;p40"/>
            <p:cNvCxnSpPr>
              <a:stCxn id="1258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4" name="Google Shape;1274;p40"/>
            <p:cNvCxnSpPr>
              <a:stCxn id="1259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5" name="Google Shape;1275;p40"/>
            <p:cNvCxnSpPr>
              <a:stCxn id="1260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276" name="Google Shape;1276;p40"/>
            <p:cNvCxnSpPr>
              <a:stCxn id="1257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277" name="Google Shape;1277;p40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1278" name="Google Shape;1278;p40"/>
            <p:cNvCxnSpPr>
              <a:stCxn id="1279" idx="4"/>
              <a:endCxn id="1280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1" name="Google Shape;1281;p40"/>
            <p:cNvCxnSpPr>
              <a:stCxn id="1280" idx="2"/>
              <a:endCxn id="1282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3" name="Google Shape;1283;p40"/>
            <p:cNvCxnSpPr>
              <a:stCxn id="1282" idx="1"/>
              <a:endCxn id="1284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5" name="Google Shape;1285;p40"/>
            <p:cNvCxnSpPr>
              <a:stCxn id="1284" idx="2"/>
              <a:endCxn id="1286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7" name="Google Shape;1287;p40"/>
            <p:cNvCxnSpPr>
              <a:stCxn id="1279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8" name="Google Shape;1288;p40"/>
            <p:cNvCxnSpPr>
              <a:stCxn id="1286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89" name="Google Shape;1289;p40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1279" name="Google Shape;1279;p40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0" name="Google Shape;1290;p40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291" name="Google Shape;1291;p40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1280" name="Google Shape;1280;p40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2" name="Google Shape;1292;p40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3" name="Google Shape;1293;p40"/>
              <p:cNvCxnSpPr>
                <a:stCxn id="1292" idx="6"/>
                <a:endCxn id="1280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94" name="Google Shape;1294;p40"/>
            <p:cNvCxnSpPr>
              <a:stCxn id="1290" idx="4"/>
              <a:endCxn id="1279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295" name="Google Shape;1295;p40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1284" name="Google Shape;1284;p40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6" name="Google Shape;1296;p40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297" name="Google Shape;1297;p40"/>
              <p:cNvCxnSpPr>
                <a:stCxn id="1296" idx="2"/>
                <a:endCxn id="1284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98" name="Google Shape;1298;p40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1282" name="Google Shape;1282;p40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299" name="Google Shape;1299;p40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0" name="Google Shape;1300;p40"/>
              <p:cNvCxnSpPr>
                <a:stCxn id="1299" idx="4"/>
                <a:endCxn id="1282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1" name="Google Shape;1301;p40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1286" name="Google Shape;1286;p40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2" name="Google Shape;1302;p40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3" name="Google Shape;1303;p40"/>
              <p:cNvCxnSpPr>
                <a:stCxn id="1302" idx="4"/>
                <a:endCxn id="1286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04" name="Google Shape;1304;p40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1305" name="Google Shape;1305;p40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1306" name="Google Shape;1306;p40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07" name="Google Shape;1307;p40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08" name="Google Shape;1308;p40"/>
              <p:cNvCxnSpPr>
                <a:stCxn id="1306" idx="0"/>
                <a:endCxn id="1307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09" name="Google Shape;1309;p40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1310" name="Google Shape;1310;p40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1" name="Google Shape;1311;p40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2" name="Google Shape;1312;p40"/>
              <p:cNvCxnSpPr>
                <a:stCxn id="1310" idx="3"/>
                <a:endCxn id="1311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3" name="Google Shape;1313;p40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1314" name="Google Shape;1314;p40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5" name="Google Shape;1315;p40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16" name="Google Shape;1316;p40"/>
              <p:cNvCxnSpPr>
                <a:stCxn id="1314" idx="0"/>
                <a:endCxn id="1315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17" name="Google Shape;1317;p40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1318" name="Google Shape;1318;p40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19" name="Google Shape;1319;p40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0" name="Google Shape;1320;p40"/>
              <p:cNvCxnSpPr>
                <a:stCxn id="1318" idx="3"/>
                <a:endCxn id="1319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321" name="Google Shape;1321;p40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1322" name="Google Shape;1322;p40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23" name="Google Shape;1323;p40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24" name="Google Shape;1324;p40"/>
              <p:cNvCxnSpPr>
                <a:stCxn id="1322" idx="0"/>
                <a:endCxn id="1323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25" name="Google Shape;1325;p40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1326" name="Google Shape;1326;p40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327" name="Google Shape;1327;p40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1328" name="Google Shape;1328;p40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1329" name="Google Shape;1329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0" name="Google Shape;1330;p40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1" name="Google Shape;1331;p40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1332" name="Google Shape;1332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3" name="Google Shape;1333;p40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4" name="Google Shape;1334;p40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1335" name="Google Shape;1335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6" name="Google Shape;1336;p40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1337" name="Google Shape;1337;p40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1338" name="Google Shape;1338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339" name="Google Shape;1339;p40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340" name="Google Shape;1340;p40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1" name="Google Shape;1341;p40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2" name="Google Shape;1342;p40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343" name="Google Shape;1343;p40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44" name="Google Shape;1344;p40"/>
              <p:cNvCxnSpPr>
                <a:stCxn id="1343" idx="0"/>
                <a:endCxn id="1340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40"/>
              <p:cNvCxnSpPr>
                <a:stCxn id="1340" idx="4"/>
                <a:endCxn id="1341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40"/>
              <p:cNvCxnSpPr>
                <a:stCxn id="1341" idx="0"/>
                <a:endCxn id="1342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40"/>
              <p:cNvCxnSpPr>
                <a:stCxn id="1342" idx="4"/>
                <a:endCxn id="1326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348" name="Google Shape;1348;p40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1349" name="Google Shape;1349;p40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1350" name="Google Shape;1350;p40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1" name="Google Shape;1351;p40"/>
              <p:cNvCxnSpPr>
                <a:stCxn id="1350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2" name="Google Shape;1352;p40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3" name="Google Shape;1353;p40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1354" name="Google Shape;1354;p40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5" name="Google Shape;1355;p40"/>
              <p:cNvCxnSpPr>
                <a:stCxn id="1354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56" name="Google Shape;1356;p40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357" name="Google Shape;1357;p40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1358" name="Google Shape;1358;p40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359" name="Google Shape;1359;p40"/>
              <p:cNvCxnSpPr>
                <a:stCxn id="1358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360" name="Google Shape;1360;p40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65" name="Google Shape;1365;p41"/>
          <p:cNvGraphicFramePr/>
          <p:nvPr/>
        </p:nvGraphicFramePr>
        <p:xfrm>
          <a:off x="3372638" y="2034494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66" name="Google Shape;1366;p41"/>
          <p:cNvGraphicFramePr/>
          <p:nvPr/>
        </p:nvGraphicFramePr>
        <p:xfrm>
          <a:off x="712575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67" name="Google Shape;1367;p41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8" name="Google Shape;1368;p41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9" name="Google Shape;1369;p41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370" name="Google Shape;1370;p41"/>
          <p:cNvGraphicFramePr/>
          <p:nvPr/>
        </p:nvGraphicFramePr>
        <p:xfrm>
          <a:off x="3372638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1" name="Google Shape;1371;p41"/>
          <p:cNvGraphicFramePr/>
          <p:nvPr/>
        </p:nvGraphicFramePr>
        <p:xfrm>
          <a:off x="6032700" y="6494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72" name="Google Shape;1372;p41"/>
          <p:cNvGraphicFramePr/>
          <p:nvPr/>
        </p:nvGraphicFramePr>
        <p:xfrm>
          <a:off x="718250" y="2034506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73" name="Google Shape;1373;p41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1374" name="Google Shape;1374;p41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5" name="Google Shape;1375;p41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6" name="Google Shape;1376;p41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1377" name="Google Shape;1377;p41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78" name="Google Shape;1378;p41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79" name="Google Shape;1379;p41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1380" name="Google Shape;1380;p41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381" name="Google Shape;1381;p41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1382" name="Google Shape;1382;p41"/>
          <p:cNvGraphicFramePr/>
          <p:nvPr/>
        </p:nvGraphicFramePr>
        <p:xfrm>
          <a:off x="6027038" y="2034494"/>
          <a:ext cx="2386625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3" name="Google Shape;1383;p41"/>
          <p:cNvGraphicFramePr/>
          <p:nvPr/>
        </p:nvGraphicFramePr>
        <p:xfrm>
          <a:off x="7221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4" name="Google Shape;1384;p41"/>
          <p:cNvGraphicFramePr/>
          <p:nvPr/>
        </p:nvGraphicFramePr>
        <p:xfrm>
          <a:off x="3374600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385" name="Google Shape;1385;p41"/>
          <p:cNvGraphicFramePr/>
          <p:nvPr/>
        </p:nvGraphicFramePr>
        <p:xfrm>
          <a:off x="6027038" y="3419550"/>
          <a:ext cx="2394450" cy="107450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386" name="Google Shape;1386;p41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7" name="Google Shape;1387;p41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88" name="Google Shape;1388;p41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9" name="Google Shape;1389;p41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0" name="Google Shape;1390;p41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1" name="Google Shape;1391;p41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2" name="Google Shape;1392;p41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3" name="Google Shape;1393;p41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4" name="Google Shape;1394;p41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5" name="Google Shape;1395;p41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42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1401" name="Google Shape;1401;p42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1402" name="Google Shape;1402;p42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1403" name="Google Shape;1403;p42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4" name="Google Shape;1404;p42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5" name="Google Shape;1405;p42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06" name="Google Shape;1406;p42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07" name="Google Shape;1407;p42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8" name="Google Shape;1408;p42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09" name="Google Shape;1409;p42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0" name="Google Shape;1410;p42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411" name="Google Shape;1411;p42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12" name="Google Shape;1412;p42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13" name="Google Shape;1413;p42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14" name="Google Shape;1414;p42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1415" name="Google Shape;1415;p42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6" name="Google Shape;1416;p42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17" name="Google Shape;1417;p42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18" name="Google Shape;1418;p42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1419" name="Google Shape;1419;p42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1420" name="Google Shape;1420;p42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1" name="Google Shape;1421;p42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2" name="Google Shape;1422;p42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1423" name="Google Shape;1423;p42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4" name="Google Shape;1424;p42"/>
              <p:cNvCxnSpPr>
                <a:stCxn id="1423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5" name="Google Shape;1425;p42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1426" name="Google Shape;1426;p42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27" name="Google Shape;1427;p42"/>
              <p:cNvCxnSpPr>
                <a:stCxn id="1426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28" name="Google Shape;1428;p42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1429" name="Google Shape;1429;p42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0" name="Google Shape;1430;p42"/>
              <p:cNvCxnSpPr>
                <a:stCxn id="1429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31" name="Google Shape;1431;p42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1432" name="Google Shape;1432;p42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33" name="Google Shape;1433;p42"/>
              <p:cNvCxnSpPr>
                <a:stCxn id="1432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434" name="Google Shape;1434;p42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1435" name="Google Shape;1435;p42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42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42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42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39" name="Google Shape;1439;p42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1440" name="Google Shape;1440;p42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42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3" name="Google Shape;1443;p42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1444" name="Google Shape;1444;p42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1445" name="Google Shape;1445;p42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1446" name="Google Shape;1446;p42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47" name="Google Shape;1447;p42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48" name="Google Shape;1448;p42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49" name="Google Shape;1449;p42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1450" name="Google Shape;1450;p42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1451" name="Google Shape;1451;p42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2" name="Google Shape;1452;p42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3" name="Google Shape;1453;p42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4" name="Google Shape;1454;p42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1455" name="Google Shape;1455;p42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1456" name="Google Shape;1456;p42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57" name="Google Shape;1457;p42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58" name="Google Shape;1458;p42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59" name="Google Shape;1459;p42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1460" name="Google Shape;1460;p42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1461" name="Google Shape;1461;p42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462" name="Google Shape;1462;p42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1463" name="Google Shape;1463;p42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464" name="Google Shape;1464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5" name="Google Shape;1465;p42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1466" name="Google Shape;1466;p42"/>
            <p:cNvCxnSpPr>
              <a:stCxn id="1467" idx="5"/>
              <a:endCxn id="1468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9" name="Google Shape;1469;p42"/>
            <p:cNvCxnSpPr>
              <a:stCxn id="1468" idx="3"/>
              <a:endCxn id="1470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1" name="Google Shape;1471;p42"/>
            <p:cNvCxnSpPr>
              <a:stCxn id="1470" idx="1"/>
              <a:endCxn id="1472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3" name="Google Shape;1473;p42"/>
            <p:cNvCxnSpPr>
              <a:stCxn id="1472" idx="7"/>
              <a:endCxn id="1467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467" name="Google Shape;1467;p42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2" name="Google Shape;1472;p42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0" name="Google Shape;1470;p42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68" name="Google Shape;1468;p42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74" name="Google Shape;1474;p42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1475" name="Google Shape;1475;p42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6" name="Google Shape;1476;p42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7" name="Google Shape;1477;p42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8" name="Google Shape;1478;p42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79" name="Google Shape;1479;p42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80" name="Google Shape;1480;p42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481" name="Google Shape;1481;p42"/>
            <p:cNvCxnSpPr>
              <a:stCxn id="1478" idx="0"/>
              <a:endCxn id="1476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2" name="Google Shape;1482;p42"/>
            <p:cNvCxnSpPr>
              <a:stCxn id="1476" idx="6"/>
              <a:endCxn id="1477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3" name="Google Shape;1483;p42"/>
            <p:cNvCxnSpPr>
              <a:stCxn id="1477" idx="5"/>
              <a:endCxn id="1480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4" name="Google Shape;1484;p42"/>
            <p:cNvCxnSpPr>
              <a:stCxn id="1480" idx="3"/>
              <a:endCxn id="1479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485" name="Google Shape;1485;p42"/>
            <p:cNvCxnSpPr>
              <a:stCxn id="1479" idx="2"/>
              <a:endCxn id="1478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1486" name="Google Shape;1486;p42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1487" name="Google Shape;1487;p42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1488" name="Google Shape;1488;p42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89" name="Google Shape;1489;p42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0" name="Google Shape;1490;p42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1491" name="Google Shape;1491;p42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2" name="Google Shape;1492;p42"/>
              <p:cNvCxnSpPr>
                <a:stCxn id="1491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3" name="Google Shape;1493;p42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1494" name="Google Shape;1494;p42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5" name="Google Shape;1495;p42"/>
              <p:cNvCxnSpPr>
                <a:stCxn id="1494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96" name="Google Shape;1496;p42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1497" name="Google Shape;1497;p42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498" name="Google Shape;1498;p42"/>
              <p:cNvCxnSpPr>
                <a:stCxn id="1497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499" name="Google Shape;1499;p42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1500" name="Google Shape;1500;p42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1501" name="Google Shape;1501;p42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2" name="Google Shape;1502;p42"/>
              <p:cNvCxnSpPr>
                <a:stCxn id="1501" idx="6"/>
                <a:endCxn id="1503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4" name="Google Shape;1504;p42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1505" name="Google Shape;1505;p42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06" name="Google Shape;1506;p42"/>
              <p:cNvCxnSpPr>
                <a:stCxn id="1505" idx="4"/>
                <a:endCxn id="1507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08" name="Google Shape;1508;p42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1509" name="Google Shape;1509;p42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0" name="Google Shape;1510;p42"/>
              <p:cNvCxnSpPr>
                <a:stCxn id="1509" idx="4"/>
                <a:endCxn id="1511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2" name="Google Shape;1512;p42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1513" name="Google Shape;1513;p42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4" name="Google Shape;1514;p42"/>
              <p:cNvCxnSpPr>
                <a:stCxn id="1513" idx="6"/>
                <a:endCxn id="1515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16" name="Google Shape;1516;p42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1517" name="Google Shape;1517;p42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18" name="Google Shape;1518;p42"/>
              <p:cNvCxnSpPr>
                <a:stCxn id="1517" idx="0"/>
                <a:endCxn id="1519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20" name="Google Shape;1520;p42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1521" name="Google Shape;1521;p42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1522" name="Google Shape;1522;p42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3" name="Google Shape;1523;p42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4" name="Google Shape;1524;p42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1525" name="Google Shape;1525;p42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6" name="Google Shape;1526;p42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27" name="Google Shape;1527;p42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1528" name="Google Shape;1528;p42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29" name="Google Shape;1529;p42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0" name="Google Shape;1530;p42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1531" name="Google Shape;1531;p42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532" name="Google Shape;1532;p42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533" name="Google Shape;1533;p42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1534" name="Google Shape;1534;p42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5" name="Google Shape;1535;p42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6" name="Google Shape;1536;p42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7" name="Google Shape;1537;p42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38" name="Google Shape;1538;p42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39" name="Google Shape;1539;p42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1540" name="Google Shape;1540;p42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1" name="Google Shape;1541;p42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2" name="Google Shape;1542;p42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3" name="Google Shape;1543;p42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4" name="Google Shape;1544;p42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45" name="Google Shape;1545;p42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1546" name="Google Shape;1546;p42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47" name="Google Shape;1547;p42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548" name="Google Shape;1548;p42"/>
            <p:cNvCxnSpPr>
              <a:stCxn id="1549" idx="4"/>
              <a:endCxn id="1547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49" name="Google Shape;1549;p42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50" name="Google Shape;1550;p42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1551" name="Google Shape;1551;p42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52" name="Google Shape;1552;p42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53" name="Google Shape;1553;p42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1554" name="Google Shape;1554;p42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5" name="Google Shape;1555;p42"/>
              <p:cNvCxnSpPr>
                <a:stCxn id="1554" idx="0"/>
                <a:endCxn id="1556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57" name="Google Shape;1557;p42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1558" name="Google Shape;1558;p42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59" name="Google Shape;1559;p42"/>
              <p:cNvCxnSpPr>
                <a:stCxn id="1558" idx="0"/>
                <a:endCxn id="1560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1" name="Google Shape;1561;p42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1562" name="Google Shape;1562;p42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3" name="Google Shape;1563;p42"/>
              <p:cNvCxnSpPr>
                <a:stCxn id="1562" idx="6"/>
                <a:endCxn id="1564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5" name="Google Shape;1565;p42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1566" name="Google Shape;1566;p42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67" name="Google Shape;1567;p42"/>
              <p:cNvCxnSpPr>
                <a:stCxn id="1566" idx="0"/>
                <a:endCxn id="1568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69" name="Google Shape;1569;p42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1570" name="Google Shape;1570;p42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1" name="Google Shape;1571;p42"/>
              <p:cNvCxnSpPr>
                <a:stCxn id="1570" idx="2"/>
                <a:endCxn id="1572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573" name="Google Shape;1573;p42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4" name="Google Shape;1574;p42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575" name="Google Shape;1575;p42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1576" name="Google Shape;1576;p42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1577" name="Google Shape;1577;p42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78" name="Google Shape;1578;p42"/>
              <p:cNvCxnSpPr>
                <a:stCxn id="1577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79" name="Google Shape;1579;p42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1580" name="Google Shape;1580;p42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1" name="Google Shape;1581;p42"/>
              <p:cNvCxnSpPr>
                <a:endCxn id="1580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2" name="Google Shape;1582;p42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1583" name="Google Shape;1583;p42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4" name="Google Shape;1584;p42"/>
              <p:cNvCxnSpPr>
                <a:stCxn id="1583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585" name="Google Shape;1585;p42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1586" name="Google Shape;1586;p42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587" name="Google Shape;1587;p42"/>
              <p:cNvCxnSpPr>
                <a:endCxn id="1586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88" name="Google Shape;1588;p42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1589" name="Google Shape;1589;p42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0" name="Google Shape;1590;p42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1" name="Google Shape;1591;p42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1592" name="Google Shape;1592;p42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93" name="Google Shape;1593;p42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94" name="Google Shape;1594;p42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1595" name="Google Shape;1595;p42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1596" name="Google Shape;1596;p42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1597" name="Google Shape;1597;p42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598" name="Google Shape;1598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9" name="Google Shape;1599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0" name="Google Shape;1600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1" name="Google Shape;1601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602" name="Google Shape;1602;p42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1603" name="Google Shape;1603;p42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4" name="Google Shape;1604;p42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5" name="Google Shape;1605;p42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6" name="Google Shape;1606;p42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607" name="Google Shape;1607;p42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1608" name="Google Shape;1608;p42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1609" name="Google Shape;1609;p42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0" name="Google Shape;1610;p42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1611" name="Google Shape;1611;p42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1612" name="Google Shape;1612;p42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3" name="Google Shape;1613;p42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1614" name="Google Shape;1614;p42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1615" name="Google Shape;1615;p42"/>
            <p:cNvCxnSpPr>
              <a:endCxn id="1609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6" name="Google Shape;1616;p42"/>
            <p:cNvCxnSpPr>
              <a:endCxn id="1610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7" name="Google Shape;1617;p42"/>
            <p:cNvCxnSpPr>
              <a:endCxn id="1611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8" name="Google Shape;1618;p42"/>
            <p:cNvCxnSpPr>
              <a:stCxn id="1612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19" name="Google Shape;1619;p42"/>
            <p:cNvCxnSpPr>
              <a:stCxn id="1613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20" name="Google Shape;1620;p42"/>
            <p:cNvCxnSpPr>
              <a:endCxn id="1614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21" name="Google Shape;1621;p42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1622" name="Google Shape;1622;p42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23" name="Google Shape;1623;p42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624" name="Google Shape;1624;p42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1625" name="Google Shape;1625;p42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1626" name="Google Shape;1626;p42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627" name="Google Shape;1627;p42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1628" name="Google Shape;1628;p42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33" name="Google Shape;1633;p43"/>
          <p:cNvGraphicFramePr/>
          <p:nvPr/>
        </p:nvGraphicFramePr>
        <p:xfrm>
          <a:off x="709825" y="538604"/>
          <a:ext cx="1636400" cy="2681910"/>
        </p:xfrm>
        <a:graphic>
          <a:graphicData uri="http://schemas.openxmlformats.org/drawingml/2006/table">
            <a:tbl>
              <a:tblPr>
                <a:noFill/>
                <a:tableStyleId>{1AF50DF2-D2A3-4BB3-9EA8-53A05BD797B1}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1634" name="Google Shape;1634;p43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1635" name="Google Shape;1635;p43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1636" name="Google Shape;1636;p43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43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43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43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43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Google Shape;1641;p43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Google Shape;1642;p43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43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43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43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43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47" name="Google Shape;1647;p43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43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43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43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43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43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43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4" name="Google Shape;1654;p43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1655" name="Google Shape;1655;p43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43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7" name="Google Shape;1657;p43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1658" name="Google Shape;1658;p43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43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43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43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43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43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43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43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43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1667" name="Google Shape;1667;p43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43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43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43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43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43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1673" name="Google Shape;1673;p43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43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43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43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43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8" name="Google Shape;1678;p43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1679" name="Google Shape;1679;p43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1680" name="Google Shape;1680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1" name="Google Shape;1681;p43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82" name="Google Shape;1682;p43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1683" name="Google Shape;1683;p43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4" name="Google Shape;1684;p43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1685" name="Google Shape;1685;p43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1686" name="Google Shape;1686;p43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7" name="Google Shape;1687;p43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8" name="Google Shape;1688;p43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89" name="Google Shape;1689;p43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0" name="Google Shape;1690;p43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1" name="Google Shape;1691;p43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2" name="Google Shape;1692;p43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93" name="Google Shape;1693;p43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694" name="Google Shape;1694;p43"/>
            <p:cNvCxnSpPr>
              <a:stCxn id="1690" idx="2"/>
              <a:endCxn id="1686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5" name="Google Shape;1695;p43"/>
            <p:cNvCxnSpPr>
              <a:stCxn id="1692" idx="6"/>
              <a:endCxn id="1687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6" name="Google Shape;1696;p43"/>
            <p:cNvCxnSpPr>
              <a:stCxn id="1688" idx="3"/>
              <a:endCxn id="1691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7" name="Google Shape;1697;p43"/>
            <p:cNvCxnSpPr>
              <a:stCxn id="1689" idx="0"/>
              <a:endCxn id="1693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98" name="Google Shape;1698;p43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1699" name="Google Shape;1699;p43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1700" name="Google Shape;1700;p43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1" name="Google Shape;1701;p43"/>
              <p:cNvCxnSpPr>
                <a:stCxn id="1700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2" name="Google Shape;1702;p43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1703" name="Google Shape;1703;p43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4" name="Google Shape;1704;p43"/>
              <p:cNvCxnSpPr>
                <a:endCxn id="1703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5" name="Google Shape;1705;p43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1706" name="Google Shape;1706;p43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07" name="Google Shape;1707;p43"/>
              <p:cNvCxnSpPr>
                <a:stCxn id="1706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708" name="Google Shape;1708;p43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1709" name="Google Shape;1709;p43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10" name="Google Shape;1710;p43"/>
              <p:cNvCxnSpPr>
                <a:endCxn id="1709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711" name="Google Shape;1711;p43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1712" name="Google Shape;1712;p43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3" name="Google Shape;1713;p43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4" name="Google Shape;1714;p43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15" name="Google Shape;1715;p43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16" name="Google Shape;1716;p43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1717" name="Google Shape;1717;p43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1718" name="Google Shape;1718;p43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19" name="Google Shape;1719;p43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0" name="Google Shape;1720;p43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1" name="Google Shape;1721;p43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2" name="Google Shape;1722;p43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3" name="Google Shape;1723;p43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4" name="Google Shape;1724;p43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5" name="Google Shape;1725;p43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6" name="Google Shape;1726;p43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7" name="Google Shape;1727;p43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8" name="Google Shape;1728;p43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29" name="Google Shape;1729;p43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0" name="Google Shape;1730;p43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1" name="Google Shape;1731;p43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2" name="Google Shape;1732;p43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3" name="Google Shape;1733;p43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4" name="Google Shape;1734;p43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5" name="Google Shape;1735;p43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6" name="Google Shape;1736;p43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7" name="Google Shape;1737;p43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8" name="Google Shape;1738;p43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39" name="Google Shape;1739;p43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0" name="Google Shape;1740;p43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1741" name="Google Shape;1741;p43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1742" name="Google Shape;1742;p43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3" name="Google Shape;1743;p43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1744" name="Google Shape;1744;p43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5" name="Google Shape;1745;p43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6" name="Google Shape;1746;p43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47" name="Google Shape;1747;p43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748" name="Google Shape;1748;p43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49" name="Google Shape;1749;p43"/>
          <p:cNvCxnSpPr>
            <a:stCxn id="1748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750" name="Google Shape;1750;p43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1751" name="Google Shape;1751;p43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2" name="Google Shape;1752;p43"/>
            <p:cNvCxnSpPr>
              <a:stCxn id="1751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3" name="Google Shape;1753;p43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1754" name="Google Shape;1754;p43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755" name="Google Shape;1755;p43"/>
            <p:cNvCxnSpPr>
              <a:stCxn id="1754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56" name="Google Shape;1756;p43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1757" name="Google Shape;1757;p43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58" name="Google Shape;1758;p43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59" name="Google Shape;1759;p43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1760" name="Google Shape;1760;p43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1" name="Google Shape;1761;p43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2" name="Google Shape;1762;p43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1763" name="Google Shape;1763;p43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4" name="Google Shape;1764;p43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5" name="Google Shape;1765;p43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1766" name="Google Shape;176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67" name="Google Shape;176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768" name="Google Shape;1768;p43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1769" name="Google Shape;1769;p43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1770" name="Google Shape;1770;p43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1" name="Google Shape;1771;p43"/>
              <p:cNvCxnSpPr>
                <a:stCxn id="1770" idx="0"/>
                <a:endCxn id="1772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2" name="Google Shape;1772;p43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3" name="Google Shape;1773;p43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1774" name="Google Shape;1774;p43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5" name="Google Shape;1775;p43"/>
              <p:cNvCxnSpPr>
                <a:stCxn id="1774" idx="0"/>
                <a:endCxn id="1776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76" name="Google Shape;1776;p43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77" name="Google Shape;1777;p43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1778" name="Google Shape;1778;p43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79" name="Google Shape;1779;p43"/>
              <p:cNvCxnSpPr>
                <a:stCxn id="1778" idx="0"/>
                <a:endCxn id="1780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0" name="Google Shape;1780;p43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81" name="Google Shape;1781;p43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1782" name="Google Shape;1782;p43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1783" name="Google Shape;1783;p43"/>
              <p:cNvCxnSpPr>
                <a:stCxn id="1782" idx="1"/>
                <a:endCxn id="1784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4" name="Google Shape;1784;p43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785" name="Google Shape;1785;p43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1786" name="Google Shape;1786;p43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787" name="Google Shape;1787;p43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44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93" name="Google Shape;1793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1794" name="Google Shape;1794;p44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1795" name="Google Shape;1795;p44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44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44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44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44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00" name="Google Shape;1800;p44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01" name="Google Shape;1801;p44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1802" name="Google Shape;1802;p44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44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44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5" name="Google Shape;1805;p44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1806" name="Google Shape;1806;p44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7" name="Google Shape;1807;p44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8" name="Google Shape;1808;p44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44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0" name="Google Shape;1810;p44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1811" name="Google Shape;1811;p44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44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44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44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15" name="Google Shape;1815;p44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1816" name="Google Shape;1816;p44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44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44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44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44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1" name="Google Shape;1821;p44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2" name="Google Shape;1822;p44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1823" name="Google Shape;1823;p44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44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44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6" name="Google Shape;1826;p44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27" name="Google Shape;1827;p44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1828" name="Google Shape;1828;p44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44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44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44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2" name="Google Shape;1832;p44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1833" name="Google Shape;1833;p44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44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44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1836" name="Google Shape;1836;p44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44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8" name="Google Shape;1838;p44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1839" name="Google Shape;1839;p44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44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44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44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44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44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45" name="Google Shape;1845;p44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1846" name="Google Shape;1846;p44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44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44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44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44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44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44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44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44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44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44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44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44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44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44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44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44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63" name="Google Shape;1863;p44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1864" name="Google Shape;1864;p44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5" name="Google Shape;1865;p44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6" name="Google Shape;1866;p44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7" name="Google Shape;1867;p44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8" name="Google Shape;1868;p44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9" name="Google Shape;1869;p44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0" name="Google Shape;1870;p44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1871" name="Google Shape;1871;p44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2" name="Google Shape;1872;p44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3" name="Google Shape;1873;p44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4" name="Google Shape;1874;p44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5" name="Google Shape;1875;p44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6" name="Google Shape;1876;p44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1877" name="Google Shape;1877;p44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8" name="Google Shape;1878;p44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9" name="Google Shape;1879;p44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1880" name="Google Shape;1880;p44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1" name="Google Shape;1881;p44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2" name="Google Shape;1882;p44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3" name="Google Shape;1883;p44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1884" name="Google Shape;1884;p44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5" name="Google Shape;1885;p44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6" name="Google Shape;1886;p44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87" name="Google Shape;1887;p44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1888" name="Google Shape;1888;p44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9" name="Google Shape;1889;p44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0" name="Google Shape;1890;p44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1891" name="Google Shape;1891;p44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2" name="Google Shape;1892;p44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3" name="Google Shape;1893;p44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4" name="Google Shape;1894;p44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5" name="Google Shape;1895;p44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1896" name="Google Shape;1896;p44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7" name="Google Shape;1897;p44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98" name="Google Shape;1898;p44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1899" name="Google Shape;1899;p44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0" name="Google Shape;1900;p44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1" name="Google Shape;1901;p44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2" name="Google Shape;1902;p44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3" name="Google Shape;1903;p44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4" name="Google Shape;1904;p44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5" name="Google Shape;1905;p44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6" name="Google Shape;1906;p44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7" name="Google Shape;1907;p44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8" name="Google Shape;1908;p44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9" name="Google Shape;1909;p44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0" name="Google Shape;1910;p44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1" name="Google Shape;1911;p44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2" name="Google Shape;1912;p44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3" name="Google Shape;1913;p44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4" name="Google Shape;1914;p44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5" name="Google Shape;1915;p44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6" name="Google Shape;1916;p44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17" name="Google Shape;1917;p44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1918" name="Google Shape;1918;p44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9" name="Google Shape;1919;p44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0" name="Google Shape;1920;p44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1" name="Google Shape;1921;p44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2" name="Google Shape;1922;p44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3" name="Google Shape;1923;p44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24" name="Google Shape;1924;p44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25" name="Google Shape;1925;p44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1926" name="Google Shape;1926;p44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7" name="Google Shape;1927;p44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8" name="Google Shape;1928;p44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9" name="Google Shape;1929;p44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0" name="Google Shape;1930;p44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1" name="Google Shape;1931;p44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2" name="Google Shape;1932;p44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1933" name="Google Shape;1933;p44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4" name="Google Shape;1934;p44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5" name="Google Shape;1935;p44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6" name="Google Shape;1936;p44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7" name="Google Shape;1937;p44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8" name="Google Shape;1938;p44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9" name="Google Shape;1939;p44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1940" name="Google Shape;1940;p44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1" name="Google Shape;1941;p44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2" name="Google Shape;1942;p44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43" name="Google Shape;1943;p44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44" name="Google Shape;1944;p44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1945" name="Google Shape;1945;p44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6" name="Google Shape;1946;p44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7" name="Google Shape;1947;p44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8" name="Google Shape;1948;p44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44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44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51" name="Google Shape;1951;p44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52" name="Google Shape;1952;p44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1953" name="Google Shape;1953;p44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44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5" name="Google Shape;1955;p44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6" name="Google Shape;1956;p44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1957" name="Google Shape;1957;p44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44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9" name="Google Shape;1959;p44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0" name="Google Shape;1960;p44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1" name="Google Shape;1961;p44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2" name="Google Shape;1962;p44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3" name="Google Shape;1963;p44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4" name="Google Shape;1964;p44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5" name="Google Shape;1965;p44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6" name="Google Shape;1966;p44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7" name="Google Shape;1967;p44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8" name="Google Shape;1968;p44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9" name="Google Shape;1969;p44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0" name="Google Shape;1970;p44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71" name="Google Shape;1971;p44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1972" name="Google Shape;1972;p44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3" name="Google Shape;1973;p44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4" name="Google Shape;1974;p44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5" name="Google Shape;1975;p44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6" name="Google Shape;1976;p44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7" name="Google Shape;1977;p44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8" name="Google Shape;1978;p44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9" name="Google Shape;1979;p44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0" name="Google Shape;1980;p44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1" name="Google Shape;1981;p44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1982" name="Google Shape;1982;p44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3" name="Google Shape;1983;p44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44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44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44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7" name="Google Shape;1987;p44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8" name="Google Shape;1988;p44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9" name="Google Shape;1989;p44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1990" name="Google Shape;1990;p44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1" name="Google Shape;1991;p44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2" name="Google Shape;1992;p44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1993" name="Google Shape;1993;p44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4" name="Google Shape;1994;p44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95" name="Google Shape;1995;p44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96" name="Google Shape;1996;p44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1997" name="Google Shape;1997;p44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44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9" name="Google Shape;1999;p44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0" name="Google Shape;2000;p44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44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44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3" name="Google Shape;2003;p44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4" name="Google Shape;2004;p44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2005" name="Google Shape;2005;p44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44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07" name="Google Shape;2007;p44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08" name="Google Shape;2008;p44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2009" name="Google Shape;2009;p44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44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44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2012" name="Google Shape;2012;p44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44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44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44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44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7" name="Google Shape;2017;p44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2018" name="Google Shape;2018;p44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44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44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44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4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23" name="Google Shape;2023;p44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4" name="Google Shape;2024;p44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2025" name="Google Shape;2025;p44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4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44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44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4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0" name="Google Shape;2030;p44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2031" name="Google Shape;2031;p44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4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4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44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44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6" name="Google Shape;2036;p44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2037" name="Google Shape;2037;p44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4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4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0" name="Google Shape;2040;p44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2041" name="Google Shape;2041;p44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2" name="Google Shape;2042;p44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3" name="Google Shape;2043;p44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4" name="Google Shape;2044;p44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5" name="Google Shape;2045;p44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2046" name="Google Shape;2046;p44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7" name="Google Shape;2047;p44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4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9" name="Google Shape;2049;p44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0" name="Google Shape;2050;p44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2051" name="Google Shape;2051;p44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44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44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54" name="Google Shape;2054;p44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2055" name="Google Shape;2055;p44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44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7" name="Google Shape;2057;p44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8" name="Google Shape;2058;p44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2059" name="Google Shape;2059;p44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4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4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4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4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44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5" name="Google Shape;2065;p44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2066" name="Google Shape;2066;p44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4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8" name="Google Shape;2068;p44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2069" name="Google Shape;2069;p44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4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4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4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4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4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5" name="Google Shape;2075;p44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2076" name="Google Shape;2076;p44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4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78" name="Google Shape;2078;p44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2079" name="Google Shape;2079;p44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4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4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4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4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4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4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4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4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4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89" name="Google Shape;2089;p44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2090" name="Google Shape;2090;p44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4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44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44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4" name="Google Shape;2094;p44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2095" name="Google Shape;2095;p44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4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4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4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44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44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44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4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4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4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4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4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07" name="Google Shape;2107;p44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8" name="Google Shape;2108;p44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2109" name="Google Shape;2109;p44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4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4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4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4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4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4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6" name="Google Shape;2116;p44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2117" name="Google Shape;2117;p44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4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4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4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4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4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4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4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5" name="Google Shape;2125;p44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2126" name="Google Shape;2126;p44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4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4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4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0" name="Google Shape;2130;p44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2131" name="Google Shape;2131;p44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4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4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4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5" name="Google Shape;2135;p44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2136" name="Google Shape;2136;p44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4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4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9" name="Google Shape;2139;p44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2140" name="Google Shape;2140;p44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4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4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3" name="Google Shape;2143;p44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2144" name="Google Shape;2144;p44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4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4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4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8" name="Google Shape;2148;p44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49" name="Google Shape;2149;p44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2150" name="Google Shape;2150;p44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51" name="Google Shape;2151;p44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2152" name="Google Shape;2152;p44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4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4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155" name="Google Shape;2155;p44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2156" name="Google Shape;2156;p44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4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4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4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4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4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4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4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4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4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4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4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4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4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4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4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4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73" name="Google Shape;2173;p44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2174" name="Google Shape;2174;p44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4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4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4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8" name="Google Shape;2178;p44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79" name="Google Shape;2179;p44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2180" name="Google Shape;2180;p44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1" name="Google Shape;2181;p44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2" name="Google Shape;2182;p44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3" name="Google Shape;2183;p44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4" name="Google Shape;2184;p44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5" name="Google Shape;2185;p44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6" name="Google Shape;2186;p44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87" name="Google Shape;2187;p44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2188" name="Google Shape;2188;p44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9" name="Google Shape;2189;p44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0" name="Google Shape;2190;p44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1" name="Google Shape;2191;p44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2192" name="Google Shape;2192;p44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3" name="Google Shape;2193;p44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4" name="Google Shape;2194;p44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44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96" name="Google Shape;2196;p44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2197" name="Google Shape;2197;p44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1" name="Google Shape;2201;p44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2202" name="Google Shape;2202;p44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44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44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44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44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44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44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44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44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44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2" name="Google Shape;2212;p44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2213" name="Google Shape;2213;p44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6" name="Google Shape;2216;p44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2217" name="Google Shape;2217;p44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44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9" name="Google Shape;2219;p44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2220" name="Google Shape;2220;p44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44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44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44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44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5" name="Google Shape;2225;p44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2226" name="Google Shape;2226;p44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29" name="Google Shape;2229;p44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2230" name="Google Shape;2230;p44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0" name="Google Shape;2240;p44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2241" name="Google Shape;2241;p44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45" name="Google Shape;2245;p44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2246" name="Google Shape;2246;p44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8" name="Google Shape;2248;p44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2249" name="Google Shape;2249;p44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1" name="Google Shape;2251;p44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2252" name="Google Shape;2252;p44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44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44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44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7" name="Google Shape;2257;p44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2258" name="Google Shape;2258;p44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60" name="Google Shape;2260;p44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2261" name="Google Shape;2261;p44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63" name="Google Shape;2263;p44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Educational icons</a:t>
            </a:r>
            <a:endParaRPr/>
          </a:p>
        </p:txBody>
      </p:sp>
      <p:sp>
        <p:nvSpPr>
          <p:cNvPr id="2269" name="Google Shape;2269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2270" name="Google Shape;2270;p45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2271" name="Google Shape;2271;p45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45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45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45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5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76" name="Google Shape;2276;p45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2277" name="Google Shape;2277;p45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45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45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0" name="Google Shape;2280;p45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1" name="Google Shape;2281;p45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2282" name="Google Shape;2282;p45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3" name="Google Shape;2283;p45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4" name="Google Shape;2284;p45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2285" name="Google Shape;2285;p45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6" name="Google Shape;2286;p45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87" name="Google Shape;2287;p45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2288" name="Google Shape;2288;p45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45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0" name="Google Shape;2290;p45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1" name="Google Shape;2291;p45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2292" name="Google Shape;2292;p45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45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45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45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6" name="Google Shape;2296;p45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7" name="Google Shape;2297;p45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98" name="Google Shape;2298;p45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2299" name="Google Shape;2299;p45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45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45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2" name="Google Shape;2302;p45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3" name="Google Shape;2303;p45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2304" name="Google Shape;2304;p45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45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45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7" name="Google Shape;2307;p45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8" name="Google Shape;2308;p45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2309" name="Google Shape;2309;p45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45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45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2" name="Google Shape;2312;p45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3" name="Google Shape;2313;p45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4" name="Google Shape;2314;p45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5" name="Google Shape;2315;p45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5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5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8" name="Google Shape;2318;p45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9" name="Google Shape;2319;p45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2320" name="Google Shape;2320;p45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5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5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5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5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5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6" name="Google Shape;2326;p45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2327" name="Google Shape;2327;p45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5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29" name="Google Shape;2329;p45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2330" name="Google Shape;2330;p45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5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2" name="Google Shape;2332;p45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2333" name="Google Shape;2333;p45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5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5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36" name="Google Shape;2336;p45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2337" name="Google Shape;2337;p45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5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5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5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1" name="Google Shape;2341;p45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2342" name="Google Shape;2342;p45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45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4" name="Google Shape;2344;p45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2345" name="Google Shape;2345;p45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5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5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5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45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0" name="Google Shape;2350;p45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2351" name="Google Shape;2351;p45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45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45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45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45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45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45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45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9" name="Google Shape;2359;p45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2360" name="Google Shape;2360;p45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45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45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45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45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45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45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45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45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45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45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1" name="Google Shape;2371;p45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2372" name="Google Shape;2372;p45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45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4" name="Google Shape;2374;p45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2375" name="Google Shape;2375;p45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45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77" name="Google Shape;2377;p45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2378" name="Google Shape;2378;p45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45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45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45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2" name="Google Shape;2382;p45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2383" name="Google Shape;2383;p45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45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5" name="Google Shape;2385;p45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2386" name="Google Shape;2386;p45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45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45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9" name="Google Shape;2389;p45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2390" name="Google Shape;2390;p45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45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45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93" name="Google Shape;2393;p45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2394" name="Google Shape;2394;p45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45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96" name="Google Shape;2396;p45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7" name="Google Shape;2397;p45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98" name="Google Shape;2398;p45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2399" name="Google Shape;2399;p45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45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45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45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3" name="Google Shape;2403;p45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2404" name="Google Shape;2404;p45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45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45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07" name="Google Shape;2407;p45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2408" name="Google Shape;2408;p45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45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5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5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45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5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5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5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5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17" name="Google Shape;2417;p45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2418" name="Google Shape;2418;p45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5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5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5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2" name="Google Shape;2422;p45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23" name="Google Shape;2423;p45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2424" name="Google Shape;2424;p45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5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26" name="Google Shape;2426;p45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2427" name="Google Shape;2427;p45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5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5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5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31" name="Google Shape;2431;p45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2432" name="Google Shape;2432;p45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45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34" name="Google Shape;2434;p45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5" name="Google Shape;2435;p45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36" name="Google Shape;2436;p45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2437" name="Google Shape;2437;p45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45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45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0" name="Google Shape;2440;p45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2441" name="Google Shape;2441;p45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45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45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45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45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46" name="Google Shape;2446;p45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2447" name="Google Shape;2447;p45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45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45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45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45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52" name="Google Shape;2452;p45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2453" name="Google Shape;2453;p45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45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5" name="Google Shape;2455;p45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6" name="Google Shape;2456;p45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2457" name="Google Shape;2457;p45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45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45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45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45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62" name="Google Shape;2462;p45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2463" name="Google Shape;2463;p45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45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45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45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45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45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45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45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45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45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45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45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75" name="Google Shape;2475;p45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76" name="Google Shape;2476;p45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2477" name="Google Shape;2477;p45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5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5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5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1" name="Google Shape;2481;p45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2" name="Google Shape;2482;p45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2483" name="Google Shape;2483;p45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45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45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6" name="Google Shape;2486;p45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87" name="Google Shape;2487;p45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2488" name="Google Shape;2488;p45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45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45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1" name="Google Shape;2491;p45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2492" name="Google Shape;2492;p45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45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45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45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96" name="Google Shape;2496;p45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97" name="Google Shape;2497;p45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2498" name="Google Shape;2498;p45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5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5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5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5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5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5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5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5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5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5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2509" name="Google Shape;2509;p45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5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5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5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5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4" name="Google Shape;2514;p45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2515" name="Google Shape;2515;p45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5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17" name="Google Shape;2517;p45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2518" name="Google Shape;2518;p45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5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45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45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5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5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5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5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5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5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5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5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5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31" name="Google Shape;2531;p45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2532" name="Google Shape;2532;p45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5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5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5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5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5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5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5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5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5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5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5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4" name="Google Shape;2544;p45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2545" name="Google Shape;2545;p45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5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47" name="Google Shape;2547;p45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2548" name="Google Shape;2548;p45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5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5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1" name="Google Shape;2551;p45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2552" name="Google Shape;2552;p45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45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5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5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6" name="Google Shape;2556;p45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2557" name="Google Shape;2557;p45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5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9" name="Google Shape;2559;p45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0" name="Google Shape;2560;p45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61" name="Google Shape;2561;p45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2562" name="Google Shape;2562;p45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5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5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5" name="Google Shape;2565;p45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2566" name="Google Shape;2566;p45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45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45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69" name="Google Shape;2569;p45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2570" name="Google Shape;2570;p45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45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2" name="Google Shape;2572;p45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2573" name="Google Shape;2573;p45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45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75" name="Google Shape;2575;p45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2576" name="Google Shape;2576;p45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45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45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45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1" name="Google Shape;2581;p45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2582" name="Google Shape;2582;p45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45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4" name="Google Shape;2584;p45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2585" name="Google Shape;2585;p45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45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45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45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45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2590" name="Google Shape;2590;p45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5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5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3" name="Google Shape;2593;p45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2594" name="Google Shape;2594;p45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5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96" name="Google Shape;2596;p45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2597" name="Google Shape;2597;p45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5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5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5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5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5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5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04" name="Google Shape;2604;p45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45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06" name="Google Shape;2606;p45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2607" name="Google Shape;2607;p45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5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45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2610" name="Google Shape;2610;p45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45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12" name="Google Shape;2612;p45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2613" name="Google Shape;2613;p45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4" name="Google Shape;2614;p45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15" name="Google Shape;2615;p45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2616" name="Google Shape;2616;p45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7" name="Google Shape;2617;p45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8" name="Google Shape;2618;p45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9" name="Google Shape;2619;p45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0" name="Google Shape;2620;p45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1" name="Google Shape;2621;p45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2" name="Google Shape;2622;p45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23" name="Google Shape;2623;p45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2624" name="Google Shape;2624;p45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5" name="Google Shape;2625;p45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6" name="Google Shape;2626;p45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7" name="Google Shape;2627;p45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8" name="Google Shape;2628;p45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9" name="Google Shape;2629;p45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30" name="Google Shape;2630;p45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2631" name="Google Shape;2631;p45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2" name="Google Shape;2632;p45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33" name="Google Shape;2633;p45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34" name="Google Shape;2634;p45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2635" name="Google Shape;2635;p45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6" name="Google Shape;2636;p45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7" name="Google Shape;2637;p45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8" name="Google Shape;2638;p45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39" name="Google Shape;2639;p45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0" name="Google Shape;2640;p45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1" name="Google Shape;2641;p45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2" name="Google Shape;2642;p45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43" name="Google Shape;2643;p45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2644" name="Google Shape;2644;p45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5" name="Google Shape;2645;p45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6" name="Google Shape;2646;p45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7" name="Google Shape;2647;p45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8" name="Google Shape;2648;p45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49" name="Google Shape;2649;p45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0" name="Google Shape;2650;p45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1" name="Google Shape;2651;p45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2" name="Google Shape;2652;p45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3" name="Google Shape;2653;p45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4" name="Google Shape;2654;p45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5" name="Google Shape;2655;p45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56" name="Google Shape;2656;p45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7" name="Google Shape;2657;p45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58" name="Google Shape;2658;p45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2659" name="Google Shape;2659;p45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0" name="Google Shape;2660;p45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1" name="Google Shape;2661;p45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2" name="Google Shape;2662;p45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3" name="Google Shape;2663;p45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4" name="Google Shape;2664;p45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5" name="Google Shape;2665;p45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6" name="Google Shape;2666;p45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7" name="Google Shape;2667;p45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2668" name="Google Shape;2668;p45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9" name="Google Shape;2669;p45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0" name="Google Shape;2670;p45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71" name="Google Shape;2671;p45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72" name="Google Shape;2672;p45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2673" name="Google Shape;2673;p45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p45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5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5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5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5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9" name="Google Shape;2679;p45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2680" name="Google Shape;2680;p45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5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5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5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5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5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86" name="Google Shape;2686;p45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7" name="Google Shape;2687;p45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88" name="Google Shape;2688;p45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2689" name="Google Shape;2689;p45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5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5" name="Google Shape;2695;p4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icons</a:t>
            </a:r>
            <a:endParaRPr/>
          </a:p>
        </p:txBody>
      </p:sp>
      <p:sp>
        <p:nvSpPr>
          <p:cNvPr id="2696" name="Google Shape;2696;p4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2697" name="Google Shape;2697;p46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2698" name="Google Shape;2698;p46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46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46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46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46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3" name="Google Shape;2703;p46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2704" name="Google Shape;2704;p46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46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46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46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46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46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46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1" name="Google Shape;2711;p46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2712" name="Google Shape;2712;p46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6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6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6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6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6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18" name="Google Shape;2718;p46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2719" name="Google Shape;2719;p46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6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46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46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46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46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46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46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46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28" name="Google Shape;2728;p46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2729" name="Google Shape;2729;p46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46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46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46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46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4" name="Google Shape;2734;p46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2735" name="Google Shape;2735;p46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46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46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46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46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46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46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46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46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46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46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46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46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46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46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46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46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2" name="Google Shape;2752;p46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2753" name="Google Shape;2753;p46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46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46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46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46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58" name="Google Shape;2758;p46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2759" name="Google Shape;2759;p46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46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46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46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3" name="Google Shape;2763;p46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2764" name="Google Shape;2764;p46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6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6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6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8" name="Google Shape;2768;p46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2769" name="Google Shape;2769;p46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46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46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46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46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46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46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46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46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46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46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46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46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46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46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46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46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6" name="Google Shape;2786;p46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2787" name="Google Shape;2787;p46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46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9" name="Google Shape;2789;p46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2790" name="Google Shape;2790;p46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46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46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46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4" name="Google Shape;2794;p46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5" name="Google Shape;2795;p46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2796" name="Google Shape;2796;p46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46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46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46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46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46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46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46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46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46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46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46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46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46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46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46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46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3" name="Google Shape;2813;p46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2814" name="Google Shape;2814;p46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46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46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46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46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46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46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46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46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46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46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46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46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7" name="Google Shape;2827;p46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2828" name="Google Shape;2828;p46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6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46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1" name="Google Shape;2831;p46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32" name="Google Shape;2832;p46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2833" name="Google Shape;2833;p46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46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5" name="Google Shape;2835;p46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2836" name="Google Shape;2836;p46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46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46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46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46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46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46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46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46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45" name="Google Shape;2845;p46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46" name="Google Shape;2846;p46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2847" name="Google Shape;2847;p46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46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46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46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46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46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46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4" name="Google Shape;2854;p46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55" name="Google Shape;2855;p46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2856" name="Google Shape;2856;p46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46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46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9" name="Google Shape;2859;p46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2860" name="Google Shape;2860;p46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46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46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46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46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46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6" name="Google Shape;2866;p46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2867" name="Google Shape;2867;p46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46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9" name="Google Shape;2869;p46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2870" name="Google Shape;2870;p46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46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46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46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4" name="Google Shape;2874;p46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2875" name="Google Shape;2875;p46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46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46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78" name="Google Shape;2878;p46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2879" name="Google Shape;2879;p46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46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46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46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46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46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46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46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46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8" name="Google Shape;2888;p46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2889" name="Google Shape;2889;p46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46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46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46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46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46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46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46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7" name="Google Shape;2897;p46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2898" name="Google Shape;2898;p46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46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46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46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46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46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46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46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46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46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46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46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46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46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46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46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4" name="Google Shape;2914;p46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2915" name="Google Shape;2915;p46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46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46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18" name="Google Shape;2918;p46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2919" name="Google Shape;2919;p46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46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46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46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46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46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46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46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27" name="Google Shape;2927;p46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2928" name="Google Shape;2928;p46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46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46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46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32" name="Google Shape;2932;p46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2933" name="Google Shape;2933;p46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46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46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46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46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46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46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46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1" name="Google Shape;2941;p46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2942" name="Google Shape;2942;p46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46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46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46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46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47" name="Google Shape;2947;p46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2948" name="Google Shape;2948;p46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46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46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1" name="Google Shape;2951;p46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2952" name="Google Shape;2952;p46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46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4" name="Google Shape;2954;p46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2955" name="Google Shape;2955;p46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46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46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46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46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60" name="Google Shape;2960;p46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2961" name="Google Shape;2961;p46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46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46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46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46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46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46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46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46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46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71" name="Google Shape;2971;p46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2972" name="Google Shape;2972;p46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46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46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46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46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46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46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46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46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46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46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46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46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85" name="Google Shape;2985;p46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2986" name="Google Shape;2986;p46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46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46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46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46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46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92" name="Google Shape;2992;p46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2993" name="Google Shape;2993;p46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46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46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46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46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46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46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46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46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46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46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4" name="Google Shape;3004;p46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3005" name="Google Shape;3005;p46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46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07" name="Google Shape;3007;p46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3008" name="Google Shape;3008;p46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46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46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46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46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13" name="Google Shape;3013;p46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3014" name="Google Shape;3014;p46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46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46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7" name="Google Shape;3017;p46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8" name="Google Shape;3018;p46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3019" name="Google Shape;3019;p46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46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1" name="Google Shape;3021;p46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3022" name="Google Shape;3022;p46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46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46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46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6" name="Google Shape;3026;p46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3027" name="Google Shape;3027;p46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46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46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46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46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2" name="Google Shape;3032;p46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3" name="Google Shape;3033;p46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46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46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46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46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8" name="Google Shape;3038;p46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3039" name="Google Shape;3039;p46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46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46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46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43" name="Google Shape;3043;p46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3044" name="Google Shape;3044;p46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46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46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46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46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46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46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1" name="Google Shape;3051;p46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3052" name="Google Shape;3052;p46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46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46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46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46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57" name="Google Shape;3057;p46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3058" name="Google Shape;3058;p46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46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46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46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46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46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46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46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46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46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68" name="Google Shape;3068;p46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3069" name="Google Shape;3069;p46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0" name="Google Shape;3070;p46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71" name="Google Shape;3071;p46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3072" name="Google Shape;3072;p46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3" name="Google Shape;3073;p46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4" name="Google Shape;3074;p46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5" name="Google Shape;3075;p46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6" name="Google Shape;3076;p46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7" name="Google Shape;3077;p46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78" name="Google Shape;3078;p46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79" name="Google Shape;3079;p46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3080" name="Google Shape;3080;p46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1" name="Google Shape;3081;p46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2" name="Google Shape;3082;p46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3" name="Google Shape;3083;p46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4" name="Google Shape;3084;p46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5" name="Google Shape;3085;p46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6" name="Google Shape;3086;p46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7" name="Google Shape;3087;p46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8" name="Google Shape;3088;p46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9" name="Google Shape;3089;p46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0" name="Google Shape;3090;p46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1" name="Google Shape;3091;p46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46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46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46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46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46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46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8" name="Google Shape;3098;p46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3099" name="Google Shape;3099;p46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46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1" name="Google Shape;3101;p46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3102" name="Google Shape;3102;p46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46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46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46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06" name="Google Shape;3106;p46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3107" name="Google Shape;3107;p46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46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46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46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46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2" name="Google Shape;3112;p46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3113" name="Google Shape;3113;p46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46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46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46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17" name="Google Shape;3117;p46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3118" name="Google Shape;3118;p46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46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0" name="Google Shape;3120;p46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3121" name="Google Shape;3121;p46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46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46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46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46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46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7" name="Google Shape;3127;p46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8" name="Google Shape;3128;p46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9" name="Google Shape;3129;p46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0" name="Google Shape;3130;p46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1" name="Google Shape;3131;p46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2" name="Google Shape;3132;p46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3" name="Google Shape;3133;p46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4" name="Google Shape;3134;p46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5" name="Google Shape;3135;p46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6" name="Google Shape;3136;p46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7" name="Google Shape;3137;p46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38" name="Google Shape;3138;p46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3139" name="Google Shape;3139;p46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0" name="Google Shape;3140;p46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1" name="Google Shape;3141;p46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2" name="Google Shape;3142;p46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3" name="Google Shape;3143;p46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4" name="Google Shape;3144;p46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45" name="Google Shape;3145;p46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46" name="Google Shape;3146;p46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3147" name="Google Shape;3147;p46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48" name="Google Shape;3148;p46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49" name="Google Shape;3149;p46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3150" name="Google Shape;3150;p46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1" name="Google Shape;3151;p46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52" name="Google Shape;3152;p46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53" name="Google Shape;3153;p46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3154" name="Google Shape;3154;p46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5" name="Google Shape;3155;p46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6" name="Google Shape;3156;p46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7" name="Google Shape;3157;p46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58" name="Google Shape;3158;p46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59" name="Google Shape;3159;p46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3160" name="Google Shape;3160;p46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1" name="Google Shape;3161;p46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2" name="Google Shape;3162;p46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3163" name="Google Shape;3163;p46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4" name="Google Shape;3164;p46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5" name="Google Shape;3165;p46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6" name="Google Shape;3166;p46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7" name="Google Shape;3167;p46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68" name="Google Shape;3168;p46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9" name="Google Shape;3169;p46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3170" name="Google Shape;3170;p46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1" name="Google Shape;3171;p46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2" name="Google Shape;3172;p46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3" name="Google Shape;3173;p46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3174" name="Google Shape;3174;p46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5" name="Google Shape;3175;p46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6" name="Google Shape;3176;p46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7" name="Google Shape;3177;p46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78" name="Google Shape;3178;p46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3179" name="Google Shape;3179;p46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0" name="Google Shape;3180;p46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1" name="Google Shape;3181;p46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2" name="Google Shape;3182;p46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3" name="Google Shape;3183;p46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4" name="Google Shape;3184;p46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5" name="Google Shape;3185;p46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3186" name="Google Shape;3186;p46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7" name="Google Shape;3187;p46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8" name="Google Shape;3188;p46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89" name="Google Shape;3189;p46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0" name="Google Shape;3190;p46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1" name="Google Shape;3191;p46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2" name="Google Shape;3192;p46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3" name="Google Shape;3193;p46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3194" name="Google Shape;3194;p46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5" name="Google Shape;3195;p46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6" name="Google Shape;3196;p46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7" name="Google Shape;3197;p46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8" name="Google Shape;3198;p46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99" name="Google Shape;3199;p46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0" name="Google Shape;3200;p46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01" name="Google Shape;3201;p46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2" name="Google Shape;3202;p46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3203" name="Google Shape;3203;p46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4" name="Google Shape;3204;p46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5" name="Google Shape;3205;p46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6" name="Google Shape;3206;p46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07" name="Google Shape;3207;p46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3208" name="Google Shape;3208;p46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9" name="Google Shape;3209;p46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0" name="Google Shape;3210;p46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1" name="Google Shape;3211;p46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2" name="Google Shape;3212;p46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3" name="Google Shape;3213;p46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4" name="Google Shape;3214;p46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5" name="Google Shape;3215;p46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6" name="Google Shape;3216;p46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17" name="Google Shape;3217;p46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3218" name="Google Shape;3218;p46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9" name="Google Shape;3219;p46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0" name="Google Shape;3220;p46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1" name="Google Shape;3221;p46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2" name="Google Shape;3222;p46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3" name="Google Shape;3223;p46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4" name="Google Shape;3224;p46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5" name="Google Shape;3225;p46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6" name="Google Shape;3226;p46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7" name="Google Shape;3227;p46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8" name="Google Shape;3228;p46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9" name="Google Shape;3229;p46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0" name="Google Shape;3230;p46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1" name="Google Shape;3231;p46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2" name="Google Shape;3232;p46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3" name="Google Shape;3233;p46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4" name="Google Shape;3234;p46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5" name="Google Shape;3235;p46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6" name="Google Shape;3236;p46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7" name="Google Shape;3237;p46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8" name="Google Shape;3238;p46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9" name="Google Shape;3239;p46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3240" name="Google Shape;3240;p46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1" name="Google Shape;3241;p46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2" name="Google Shape;3242;p46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3" name="Google Shape;3243;p46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4" name="Google Shape;3244;p46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45" name="Google Shape;3245;p46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3246" name="Google Shape;3246;p46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7" name="Google Shape;3247;p46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8" name="Google Shape;3248;p46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9" name="Google Shape;3249;p46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0" name="Google Shape;3250;p46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1" name="Google Shape;3251;p46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3252" name="Google Shape;3252;p46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6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6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5" name="Google Shape;3255;p46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6" name="Google Shape;3256;p46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3257" name="Google Shape;3257;p46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8" name="Google Shape;3258;p46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59" name="Google Shape;3259;p46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60" name="Google Shape;3260;p46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3261" name="Google Shape;3261;p46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2" name="Google Shape;3262;p46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3" name="Google Shape;3263;p46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4" name="Google Shape;3264;p46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5" name="Google Shape;3265;p46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6" name="Google Shape;3266;p46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3267" name="Google Shape;3267;p46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8" name="Google Shape;3268;p46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9" name="Google Shape;3269;p46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70" name="Google Shape;3270;p46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1" name="Google Shape;3271;p46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3272" name="Google Shape;3272;p46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3" name="Google Shape;3273;p46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4" name="Google Shape;3274;p46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3275" name="Google Shape;3275;p46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6" name="Google Shape;3276;p46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7" name="Google Shape;3277;p46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8" name="Google Shape;3278;p46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9" name="Google Shape;3279;p46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0" name="Google Shape;3280;p46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1" name="Google Shape;3281;p46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2" name="Google Shape;3282;p46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3283" name="Google Shape;3283;p46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4" name="Google Shape;3284;p46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5" name="Google Shape;3285;p46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86" name="Google Shape;3286;p46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3287" name="Google Shape;3287;p46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8" name="Google Shape;3288;p46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9" name="Google Shape;3289;p46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0" name="Google Shape;3290;p46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1" name="Google Shape;3291;p46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3292" name="Google Shape;3292;p46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3" name="Google Shape;3293;p46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4" name="Google Shape;3294;p46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3295" name="Google Shape;3295;p46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6" name="Google Shape;3296;p46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7" name="Google Shape;3297;p46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8" name="Google Shape;3298;p46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9" name="Google Shape;3299;p46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0" name="Google Shape;3300;p46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01" name="Google Shape;3301;p46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3302" name="Google Shape;3302;p46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3" name="Google Shape;3303;p46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4" name="Google Shape;3304;p46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5" name="Google Shape;3305;p46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6" name="Google Shape;3306;p46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7" name="Google Shape;3307;p46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8" name="Google Shape;3308;p46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09" name="Google Shape;3309;p46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3310" name="Google Shape;3310;p46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1" name="Google Shape;3311;p46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2" name="Google Shape;3312;p46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13" name="Google Shape;3313;p46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3314" name="Google Shape;3314;p46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5" name="Google Shape;3315;p46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6" name="Google Shape;3316;p46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7" name="Google Shape;3317;p46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8" name="Google Shape;3318;p46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9" name="Google Shape;3319;p46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20" name="Google Shape;3320;p46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1" name="Google Shape;3321;p46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3322" name="Google Shape;3322;p46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3" name="Google Shape;3323;p46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6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6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6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7" name="Google Shape;3327;p46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8" name="Google Shape;3328;p46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6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0" name="Google Shape;3330;p46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5" name="Google Shape;3335;p4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 &amp; support icons</a:t>
            </a:r>
            <a:endParaRPr/>
          </a:p>
        </p:txBody>
      </p:sp>
      <p:sp>
        <p:nvSpPr>
          <p:cNvPr id="3336" name="Google Shape;3336;p4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3337" name="Google Shape;3337;p47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3338" name="Google Shape;3338;p47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2" name="Google Shape;3342;p47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3" name="Google Shape;3343;p47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5" name="Google Shape;3345;p47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3346" name="Google Shape;3346;p47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48" name="Google Shape;3348;p47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49" name="Google Shape;3349;p47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3350" name="Google Shape;3350;p47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3" name="Google Shape;3353;p47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354" name="Google Shape;3354;p47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355" name="Google Shape;3355;p47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3356" name="Google Shape;3356;p47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7" name="Google Shape;3357;p47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8" name="Google Shape;3358;p47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3" name="Google Shape;3363;p47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3364" name="Google Shape;3364;p47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5" name="Google Shape;3365;p47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1" name="Google Shape;3371;p47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3372" name="Google Shape;3372;p47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3" name="Google Shape;3373;p47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4" name="Google Shape;3374;p47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5" name="Google Shape;3375;p47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7" name="Google Shape;3377;p47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8" name="Google Shape;3378;p47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3379" name="Google Shape;3379;p47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0" name="Google Shape;3380;p47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1" name="Google Shape;3381;p47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3384" name="Google Shape;3384;p47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6" name="Google Shape;3386;p47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7" name="Google Shape;3387;p47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0" name="Google Shape;3390;p47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3391" name="Google Shape;3391;p47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2" name="Google Shape;3392;p47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4" name="Google Shape;3394;p47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5" name="Google Shape;3395;p47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7" name="Google Shape;3397;p47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3398" name="Google Shape;3398;p47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9" name="Google Shape;3399;p47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0" name="Google Shape;3400;p47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1" name="Google Shape;3401;p47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2" name="Google Shape;3402;p47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3403" name="Google Shape;3403;p47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4" name="Google Shape;3404;p47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6" name="Google Shape;3406;p47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7" name="Google Shape;3407;p47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3408" name="Google Shape;3408;p47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13" name="Google Shape;3413;p47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3414" name="Google Shape;3414;p47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5" name="Google Shape;3415;p47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6" name="Google Shape;3416;p47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17" name="Google Shape;3417;p47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18" name="Google Shape;3418;p47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3419" name="Google Shape;3419;p47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0" name="Google Shape;3420;p47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1" name="Google Shape;3421;p47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2" name="Google Shape;3422;p47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3" name="Google Shape;3423;p47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24" name="Google Shape;3424;p47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3425" name="Google Shape;3425;p47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6" name="Google Shape;3426;p47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7" name="Google Shape;3427;p47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8" name="Google Shape;3428;p47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29" name="Google Shape;3429;p47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30" name="Google Shape;3430;p47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3431" name="Google Shape;3431;p47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2" name="Google Shape;3432;p47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4" name="Google Shape;3434;p47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5" name="Google Shape;3435;p47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3438" name="Google Shape;3438;p47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0" name="Google Shape;3440;p47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1" name="Google Shape;3441;p47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3" name="Google Shape;3443;p47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4" name="Google Shape;3444;p47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46" name="Google Shape;3446;p47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3447" name="Google Shape;3447;p47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8" name="Google Shape;3448;p47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9" name="Google Shape;3449;p47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0" name="Google Shape;3450;p47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1" name="Google Shape;3451;p47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2" name="Google Shape;3452;p47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3" name="Google Shape;3453;p47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3454" name="Google Shape;3454;p47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5" name="Google Shape;3455;p47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6" name="Google Shape;3456;p47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7" name="Google Shape;3457;p47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58" name="Google Shape;3458;p47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3459" name="Google Shape;3459;p47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0" name="Google Shape;3460;p47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1" name="Google Shape;3461;p47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2" name="Google Shape;3462;p47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3" name="Google Shape;3463;p47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4" name="Google Shape;3464;p47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65" name="Google Shape;3465;p47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3466" name="Google Shape;3466;p47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7" name="Google Shape;3467;p47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8" name="Google Shape;3468;p47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69" name="Google Shape;3469;p47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0" name="Google Shape;3470;p47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1" name="Google Shape;3471;p47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2" name="Google Shape;3472;p47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3" name="Google Shape;3473;p47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4" name="Google Shape;3474;p47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475" name="Google Shape;3475;p47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3476" name="Google Shape;3476;p47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7" name="Google Shape;3477;p47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8" name="Google Shape;3478;p47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479" name="Google Shape;3479;p47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3480" name="Google Shape;3480;p47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3481" name="Google Shape;3481;p47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3482" name="Google Shape;3482;p47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3" name="Google Shape;3483;p47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4" name="Google Shape;3484;p47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5" name="Google Shape;3485;p47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6" name="Google Shape;3486;p47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7" name="Google Shape;3487;p47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8" name="Google Shape;3488;p47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9" name="Google Shape;3489;p47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0" name="Google Shape;3490;p47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1" name="Google Shape;3491;p47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92" name="Google Shape;3492;p47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3493" name="Google Shape;3493;p47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4" name="Google Shape;3494;p47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5" name="Google Shape;3495;p47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6" name="Google Shape;3496;p47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7" name="Google Shape;3497;p47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8" name="Google Shape;3498;p47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9" name="Google Shape;3499;p47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0" name="Google Shape;3500;p47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3501" name="Google Shape;3501;p47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7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7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4" name="Google Shape;3504;p47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47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6" name="Google Shape;3506;p47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7" name="Google Shape;3507;p47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3508" name="Google Shape;3508;p47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9" name="Google Shape;3509;p47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0" name="Google Shape;3510;p47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1" name="Google Shape;3511;p47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2" name="Google Shape;3512;p47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3" name="Google Shape;3513;p47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3514" name="Google Shape;3514;p47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5" name="Google Shape;3515;p47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6" name="Google Shape;3516;p47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7" name="Google Shape;3517;p47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18" name="Google Shape;3518;p47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3519" name="Google Shape;3519;p47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0" name="Google Shape;3520;p47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1" name="Google Shape;3521;p47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7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7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7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25" name="Google Shape;3525;p47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3526" name="Google Shape;3526;p47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7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7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7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7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7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7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33" name="Google Shape;3533;p47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3534" name="Google Shape;3534;p47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5" name="Google Shape;3535;p47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6" name="Google Shape;3536;p47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37" name="Google Shape;3537;p47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38" name="Google Shape;3538;p47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3539" name="Google Shape;3539;p47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7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7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7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7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7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5" name="Google Shape;3545;p47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3546" name="Google Shape;3546;p47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7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7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7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0" name="Google Shape;3550;p47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3551" name="Google Shape;3551;p47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7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7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7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7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56" name="Google Shape;3556;p47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3557" name="Google Shape;3557;p47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7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7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7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1" name="Google Shape;3561;p47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47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3" name="Google Shape;3563;p47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3564" name="Google Shape;3564;p47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5" name="Google Shape;3565;p47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6" name="Google Shape;3566;p47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7" name="Google Shape;3567;p47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8" name="Google Shape;3568;p47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69" name="Google Shape;3569;p47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0" name="Google Shape;3570;p47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1" name="Google Shape;3571;p47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2" name="Google Shape;3572;p47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3" name="Google Shape;3573;p47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4" name="Google Shape;3574;p47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5" name="Google Shape;3575;p47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6" name="Google Shape;3576;p47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77" name="Google Shape;3577;p47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3578" name="Google Shape;3578;p47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79" name="Google Shape;3579;p47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0" name="Google Shape;3580;p47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1" name="Google Shape;3581;p47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2" name="Google Shape;3582;p47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3" name="Google Shape;3583;p47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4" name="Google Shape;3584;p47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5" name="Google Shape;3585;p47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6" name="Google Shape;3586;p47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7" name="Google Shape;3587;p47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8" name="Google Shape;3588;p47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89" name="Google Shape;3589;p47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0" name="Google Shape;3590;p47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1" name="Google Shape;3591;p47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2" name="Google Shape;3592;p47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3" name="Google Shape;3593;p47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3594" name="Google Shape;3594;p47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3595" name="Google Shape;3595;p47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3596" name="Google Shape;3596;p47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97" name="Google Shape;3597;p47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8" name="Google Shape;3598;p47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3599" name="Google Shape;3599;p47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0" name="Google Shape;3600;p47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1" name="Google Shape;3601;p47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2" name="Google Shape;3602;p47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3603" name="Google Shape;3603;p47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4" name="Google Shape;3604;p47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5" name="Google Shape;3605;p47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6" name="Google Shape;3606;p47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7" name="Google Shape;3607;p47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8" name="Google Shape;3608;p47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9" name="Google Shape;3609;p47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0" name="Google Shape;3610;p47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1" name="Google Shape;3611;p47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3612" name="Google Shape;3612;p47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3" name="Google Shape;3613;p47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4" name="Google Shape;3614;p47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3615" name="Google Shape;3615;p47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6" name="Google Shape;3616;p47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7" name="Google Shape;3617;p47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8" name="Google Shape;3618;p47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3619" name="Google Shape;3619;p47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0" name="Google Shape;3620;p47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1" name="Google Shape;3621;p47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2" name="Google Shape;3622;p47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3" name="Google Shape;3623;p47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4" name="Google Shape;3624;p47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5" name="Google Shape;3625;p47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6" name="Google Shape;3626;p47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27" name="Google Shape;3627;p47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8" name="Google Shape;3628;p47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3629" name="Google Shape;3629;p47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0" name="Google Shape;3630;p47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1" name="Google Shape;3631;p47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3632" name="Google Shape;3632;p47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3" name="Google Shape;3633;p47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4" name="Google Shape;3634;p47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5" name="Google Shape;3635;p47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6" name="Google Shape;3636;p47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3637" name="Google Shape;3637;p47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8" name="Google Shape;3638;p47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9" name="Google Shape;3639;p47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0" name="Google Shape;3640;p47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1" name="Google Shape;3641;p47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2" name="Google Shape;3642;p47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3" name="Google Shape;3643;p47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4" name="Google Shape;3644;p47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5" name="Google Shape;3645;p47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6" name="Google Shape;3646;p47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7" name="Google Shape;3647;p47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8" name="Google Shape;3648;p47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9" name="Google Shape;3649;p47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3650" name="Google Shape;3650;p47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1" name="Google Shape;3651;p47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2" name="Google Shape;3652;p47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3653" name="Google Shape;3653;p47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4" name="Google Shape;3654;p47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5" name="Google Shape;3655;p47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6" name="Google Shape;3656;p47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7" name="Google Shape;3657;p47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3658" name="Google Shape;3658;p47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9" name="Google Shape;3659;p47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0" name="Google Shape;3660;p47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1" name="Google Shape;3661;p47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2" name="Google Shape;3662;p47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3" name="Google Shape;3663;p47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3664" name="Google Shape;3664;p47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5" name="Google Shape;3665;p47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66" name="Google Shape;3666;p47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3667" name="Google Shape;3667;p47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8" name="Google Shape;3668;p47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69" name="Google Shape;3669;p47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0" name="Google Shape;3670;p47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1" name="Google Shape;3671;p47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2" name="Google Shape;3672;p47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3" name="Google Shape;3673;p47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4" name="Google Shape;3674;p47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5" name="Google Shape;3675;p47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6" name="Google Shape;3676;p47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7" name="Google Shape;3677;p47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8" name="Google Shape;3678;p47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9" name="Google Shape;3679;p47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3680" name="Google Shape;3680;p47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1" name="Google Shape;3681;p47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2" name="Google Shape;3682;p47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3" name="Google Shape;3683;p47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84" name="Google Shape;3684;p47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3685" name="Google Shape;3685;p47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6" name="Google Shape;3686;p47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7" name="Google Shape;3687;p47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8" name="Google Shape;3688;p47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89" name="Google Shape;3689;p47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0" name="Google Shape;3690;p47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3691" name="Google Shape;3691;p47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2" name="Google Shape;3692;p47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3" name="Google Shape;3693;p47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4" name="Google Shape;3694;p47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5" name="Google Shape;3695;p47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6" name="Google Shape;3696;p47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7" name="Google Shape;3697;p47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98" name="Google Shape;3698;p47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9" name="Google Shape;3699;p47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3700" name="Google Shape;3700;p47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1" name="Google Shape;3701;p47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2" name="Google Shape;3702;p47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3" name="Google Shape;3703;p47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4" name="Google Shape;3704;p47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5" name="Google Shape;3705;p47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6" name="Google Shape;3706;p47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7" name="Google Shape;3707;p47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3708" name="Google Shape;3708;p47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09" name="Google Shape;3709;p47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0" name="Google Shape;3710;p47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1" name="Google Shape;3711;p47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2" name="Google Shape;3712;p47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3" name="Google Shape;3713;p47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4" name="Google Shape;3714;p47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5" name="Google Shape;3715;p47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6" name="Google Shape;3716;p47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7" name="Google Shape;3717;p47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8" name="Google Shape;3718;p47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19" name="Google Shape;3719;p47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0" name="Google Shape;3720;p47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1" name="Google Shape;3721;p47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2" name="Google Shape;3722;p47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23" name="Google Shape;3723;p47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3724" name="Google Shape;3724;p47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5" name="Google Shape;3725;p47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26" name="Google Shape;3726;p47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27" name="Google Shape;3727;p47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3728" name="Google Shape;3728;p47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9" name="Google Shape;3729;p47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0" name="Google Shape;3730;p47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1" name="Google Shape;3731;p47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2" name="Google Shape;3732;p47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3" name="Google Shape;3733;p47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3734" name="Google Shape;3734;p47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5" name="Google Shape;3735;p47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6" name="Google Shape;3736;p47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7" name="Google Shape;3737;p47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8" name="Google Shape;3738;p47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39" name="Google Shape;3739;p47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0" name="Google Shape;3740;p47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1" name="Google Shape;3741;p47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2" name="Google Shape;3742;p47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3" name="Google Shape;3743;p47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4" name="Google Shape;3744;p47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5" name="Google Shape;3745;p47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6" name="Google Shape;3746;p47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7" name="Google Shape;3747;p47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8" name="Google Shape;3748;p47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9" name="Google Shape;3749;p47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0" name="Google Shape;3750;p47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3751" name="Google Shape;3751;p47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2" name="Google Shape;3752;p47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3" name="Google Shape;3753;p47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54" name="Google Shape;3754;p47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5" name="Google Shape;3755;p47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3756" name="Google Shape;3756;p47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57" name="Google Shape;3757;p47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8" name="Google Shape;3758;p47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3759" name="Google Shape;3759;p47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0" name="Google Shape;3760;p47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1" name="Google Shape;3761;p47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3762" name="Google Shape;3762;p47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3" name="Google Shape;3763;p47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4" name="Google Shape;3764;p47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5" name="Google Shape;3765;p47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3766" name="Google Shape;3766;p47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7" name="Google Shape;3767;p47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8" name="Google Shape;3768;p47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9" name="Google Shape;3769;p47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0" name="Google Shape;3770;p47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1" name="Google Shape;3771;p47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2" name="Google Shape;3772;p47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3" name="Google Shape;3773;p47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4" name="Google Shape;3774;p47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3775" name="Google Shape;3775;p47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6" name="Google Shape;3776;p47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77" name="Google Shape;3777;p47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3778" name="Google Shape;3778;p47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79" name="Google Shape;3779;p47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0" name="Google Shape;3780;p47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1" name="Google Shape;3781;p47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2" name="Google Shape;3782;p47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3" name="Google Shape;3783;p47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3784" name="Google Shape;3784;p47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5" name="Google Shape;3785;p47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6" name="Google Shape;3786;p47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3787" name="Google Shape;3787;p47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8" name="Google Shape;3788;p47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9" name="Google Shape;3789;p47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0" name="Google Shape;3790;p47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1" name="Google Shape;3791;p47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2" name="Google Shape;3792;p47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3" name="Google Shape;3793;p47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4" name="Google Shape;3794;p47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5" name="Google Shape;3795;p47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6" name="Google Shape;3796;p47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7" name="Google Shape;3797;p47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98" name="Google Shape;3798;p47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9" name="Google Shape;3799;p47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3800" name="Google Shape;3800;p47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1" name="Google Shape;3801;p47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2" name="Google Shape;3802;p47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3" name="Google Shape;3803;p47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4" name="Google Shape;3804;p47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5" name="Google Shape;3805;p47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6" name="Google Shape;3806;p47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7" name="Google Shape;3807;p47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8" name="Google Shape;3808;p47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9" name="Google Shape;3809;p47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0" name="Google Shape;3810;p47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1" name="Google Shape;3811;p47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3812" name="Google Shape;3812;p47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3" name="Google Shape;3813;p47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4" name="Google Shape;3814;p47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5" name="Google Shape;3815;p47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6" name="Google Shape;3816;p47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7" name="Google Shape;3817;p47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18" name="Google Shape;3818;p47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3819" name="Google Shape;3819;p47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0" name="Google Shape;3820;p47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1" name="Google Shape;3821;p47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2" name="Google Shape;3822;p47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3" name="Google Shape;3823;p47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4" name="Google Shape;3824;p47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3825" name="Google Shape;3825;p47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6" name="Google Shape;3826;p47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7" name="Google Shape;3827;p47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8" name="Google Shape;3828;p47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9" name="Google Shape;3829;p47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0" name="Google Shape;3830;p47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31" name="Google Shape;3831;p47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3832" name="Google Shape;3832;p47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3" name="Google Shape;3833;p47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4" name="Google Shape;3834;p47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5" name="Google Shape;3835;p47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6" name="Google Shape;3836;p47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7" name="Google Shape;3837;p47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8" name="Google Shape;3838;p47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9" name="Google Shape;3839;p47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0" name="Google Shape;3840;p47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3841" name="Google Shape;3841;p47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2" name="Google Shape;3842;p47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3" name="Google Shape;3843;p47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4" name="Google Shape;3844;p47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5" name="Google Shape;3845;p47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6" name="Google Shape;3846;p47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7" name="Google Shape;3847;p47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8" name="Google Shape;3848;p47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9" name="Google Shape;3849;p47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3850" name="Google Shape;3850;p47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1" name="Google Shape;3851;p47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2" name="Google Shape;3852;p47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3" name="Google Shape;3853;p47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4" name="Google Shape;3854;p47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5" name="Google Shape;3855;p47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6" name="Google Shape;3856;p47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7" name="Google Shape;3857;p47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8" name="Google Shape;3858;p47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3859" name="Google Shape;3859;p47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0" name="Google Shape;3860;p47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1" name="Google Shape;3861;p47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2" name="Google Shape;3862;p47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3" name="Google Shape;3863;p47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4" name="Google Shape;3864;p47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5" name="Google Shape;3865;p47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66" name="Google Shape;3866;p47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3867" name="Google Shape;3867;p47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8" name="Google Shape;3868;p47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9" name="Google Shape;3869;p47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0" name="Google Shape;3870;p47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1" name="Google Shape;3871;p47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2" name="Google Shape;3872;p47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3873" name="Google Shape;3873;p47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4" name="Google Shape;3874;p47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5" name="Google Shape;3875;p47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6" name="Google Shape;3876;p47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7" name="Google Shape;3877;p47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8" name="Google Shape;3878;p47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9" name="Google Shape;3879;p47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0" name="Google Shape;3880;p47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1" name="Google Shape;3881;p47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3882" name="Google Shape;3882;p47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3" name="Google Shape;3883;p47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4" name="Google Shape;3884;p47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5" name="Google Shape;3885;p47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86" name="Google Shape;3886;p47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3887" name="Google Shape;3887;p47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8" name="Google Shape;3888;p47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9" name="Google Shape;3889;p47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0" name="Google Shape;3890;p47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1" name="Google Shape;3891;p47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2" name="Google Shape;3892;p47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3" name="Google Shape;3893;p47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3894" name="Google Shape;3894;p47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5" name="Google Shape;3895;p47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6" name="Google Shape;3896;p47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97" name="Google Shape;3897;p47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3898" name="Google Shape;3898;p47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9" name="Google Shape;3899;p47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0" name="Google Shape;3900;p47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1" name="Google Shape;3901;p47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2" name="Google Shape;3902;p47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3" name="Google Shape;3903;p47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4" name="Google Shape;3904;p47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5" name="Google Shape;3905;p47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6" name="Google Shape;3906;p47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7" name="Google Shape;3907;p47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8" name="Google Shape;3908;p47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3909" name="Google Shape;3909;p47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0" name="Google Shape;3910;p47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1" name="Google Shape;3911;p47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2" name="Google Shape;3912;p47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3" name="Google Shape;3913;p47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4" name="Google Shape;3914;p47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5" name="Google Shape;3915;p47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3916" name="Google Shape;3916;p47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7" name="Google Shape;3917;p47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8" name="Google Shape;3918;p47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19" name="Google Shape;3919;p47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0" name="Google Shape;3920;p47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1" name="Google Shape;3921;p47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2" name="Google Shape;3922;p47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3" name="Google Shape;3923;p47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4" name="Google Shape;3924;p47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5" name="Google Shape;3925;p47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6" name="Google Shape;3926;p47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27" name="Google Shape;3927;p47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28" name="Google Shape;3928;p47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3929" name="Google Shape;3929;p47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0" name="Google Shape;3930;p47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1" name="Google Shape;3931;p47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2" name="Google Shape;3932;p47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3" name="Google Shape;3933;p47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4" name="Google Shape;3934;p47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5" name="Google Shape;3935;p47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6" name="Google Shape;3936;p47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7" name="Google Shape;3937;p47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8" name="Google Shape;3938;p47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9" name="Google Shape;3939;p47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3940" name="Google Shape;3940;p47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1" name="Google Shape;3941;p47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2" name="Google Shape;3942;p47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3" name="Google Shape;3943;p47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4" name="Google Shape;3944;p47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5" name="Google Shape;3945;p47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6" name="Google Shape;3946;p47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47" name="Google Shape;3947;p47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3948" name="Google Shape;3948;p47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49" name="Google Shape;3949;p47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0" name="Google Shape;3950;p47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1" name="Google Shape;3951;p47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2" name="Google Shape;3952;p47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3" name="Google Shape;3953;p47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4" name="Google Shape;3954;p47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5" name="Google Shape;3955;p47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6" name="Google Shape;3956;p47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7" name="Google Shape;3957;p47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58" name="Google Shape;3958;p47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3959" name="Google Shape;3959;p47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0" name="Google Shape;3960;p47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1" name="Google Shape;3961;p47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2" name="Google Shape;3962;p47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3" name="Google Shape;3963;p47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4" name="Google Shape;3964;p47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5" name="Google Shape;3965;p47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6" name="Google Shape;3966;p47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7" name="Google Shape;3967;p47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8" name="Google Shape;3968;p47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69" name="Google Shape;3969;p47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0" name="Google Shape;3970;p47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3971" name="Google Shape;3971;p47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2" name="Google Shape;3972;p47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3" name="Google Shape;3973;p47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4" name="Google Shape;3974;p47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5" name="Google Shape;3975;p47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76" name="Google Shape;3976;p47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77" name="Google Shape;3977;p47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3978" name="Google Shape;3978;p47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9" name="Google Shape;3979;p47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0" name="Google Shape;3980;p47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1" name="Google Shape;3981;p47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2" name="Google Shape;3982;p47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3" name="Google Shape;3983;p47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84" name="Google Shape;3984;p47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3985" name="Google Shape;3985;p47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6" name="Google Shape;3986;p47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7" name="Google Shape;3987;p47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8" name="Google Shape;3988;p47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9" name="Google Shape;3989;p47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0" name="Google Shape;3990;p47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3991" name="Google Shape;3991;p47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2" name="Google Shape;3992;p47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7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4" name="Google Shape;3994;p47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7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6" name="Google Shape;3996;p47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3997" name="Google Shape;3997;p47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8" name="Google Shape;3998;p47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9" name="Google Shape;3999;p47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0" name="Google Shape;4000;p47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01" name="Google Shape;4001;p47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02" name="Google Shape;4002;p47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4003" name="Google Shape;4003;p47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4004" name="Google Shape;4004;p47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5" name="Google Shape;4005;p47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6" name="Google Shape;4006;p47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7" name="Google Shape;4007;p47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8" name="Google Shape;4008;p47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9" name="Google Shape;4009;p47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0" name="Google Shape;4010;p47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1" name="Google Shape;4011;p47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12" name="Google Shape;4012;p47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4013" name="Google Shape;4013;p47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4" name="Google Shape;4014;p47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5" name="Google Shape;4015;p47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016" name="Google Shape;4016;p47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4017" name="Google Shape;4017;p47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8" name="Google Shape;4018;p47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19" name="Google Shape;4019;p47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20" name="Google Shape;4020;p47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5" name="Google Shape;4025;p48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4026" name="Google Shape;4026;p48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4027" name="Google Shape;4027;p48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4028" name="Google Shape;4028;p48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9" name="Google Shape;4029;p48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0" name="Google Shape;4030;p48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1" name="Google Shape;4031;p48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2" name="Google Shape;4032;p48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3" name="Google Shape;4033;p48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4" name="Google Shape;4034;p48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35" name="Google Shape;4035;p48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4036" name="Google Shape;4036;p48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7" name="Google Shape;4037;p48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8" name="Google Shape;4038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9" name="Google Shape;4039;p48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0" name="Google Shape;4040;p48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1" name="Google Shape;4041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2" name="Google Shape;4042;p48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3" name="Google Shape;4043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4" name="Google Shape;4044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5" name="Google Shape;4045;p48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6" name="Google Shape;4046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7" name="Google Shape;4047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8" name="Google Shape;4048;p48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9" name="Google Shape;4049;p48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0" name="Google Shape;4050;p48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1" name="Google Shape;4051;p48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2" name="Google Shape;4052;p48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3" name="Google Shape;4053;p48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54" name="Google Shape;4054;p48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4055" name="Google Shape;4055;p48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6" name="Google Shape;4056;p48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7" name="Google Shape;4057;p48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8" name="Google Shape;4058;p48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9" name="Google Shape;4059;p48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0" name="Google Shape;4060;p48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1" name="Google Shape;4061;p48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2" name="Google Shape;4062;p48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3" name="Google Shape;4063;p48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4" name="Google Shape;4064;p48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4065" name="Google Shape;4065;p48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6" name="Google Shape;4066;p48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67" name="Google Shape;4067;p48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4068" name="Google Shape;4068;p48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9" name="Google Shape;4069;p48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0" name="Google Shape;4070;p48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1" name="Google Shape;4071;p48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2" name="Google Shape;4072;p48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73" name="Google Shape;4073;p48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74" name="Google Shape;4074;p48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4075" name="Google Shape;4075;p48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6" name="Google Shape;4076;p48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7" name="Google Shape;4077;p48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8" name="Google Shape;4078;p48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9" name="Google Shape;4079;p48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0" name="Google Shape;4080;p48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1" name="Google Shape;4081;p48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82" name="Google Shape;4082;p48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4083" name="Google Shape;4083;p48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4" name="Google Shape;4084;p48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5" name="Google Shape;4085;p48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6" name="Google Shape;4086;p48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87" name="Google Shape;4087;p48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88" name="Google Shape;4088;p48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4089" name="Google Shape;4089;p48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0" name="Google Shape;4090;p48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1" name="Google Shape;4091;p48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2" name="Google Shape;4092;p48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3" name="Google Shape;4093;p48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4" name="Google Shape;4094;p48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5" name="Google Shape;4095;p48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96" name="Google Shape;4096;p48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4097" name="Google Shape;4097;p48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8" name="Google Shape;4098;p48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99" name="Google Shape;4099;p48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00" name="Google Shape;4100;p48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4101" name="Google Shape;4101;p48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4102" name="Google Shape;4102;p48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3" name="Google Shape;4103;p48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04" name="Google Shape;4104;p48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5" name="Google Shape;4105;p48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06" name="Google Shape;4106;p48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4107" name="Google Shape;4107;p48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8" name="Google Shape;4108;p48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9" name="Google Shape;4109;p48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0" name="Google Shape;4110;p48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1" name="Google Shape;4111;p48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4112" name="Google Shape;4112;p48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3" name="Google Shape;4113;p48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4" name="Google Shape;4114;p48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15" name="Google Shape;4115;p48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4116" name="Google Shape;4116;p48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7" name="Google Shape;4117;p48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8" name="Google Shape;4118;p48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9" name="Google Shape;4119;p48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0" name="Google Shape;4120;p48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1" name="Google Shape;4121;p48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2" name="Google Shape;4122;p48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23" name="Google Shape;4123;p48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4124" name="Google Shape;4124;p48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5" name="Google Shape;4125;p48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6" name="Google Shape;4126;p48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8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8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8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0" name="Google Shape;4130;p48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1" name="Google Shape;4131;p48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2" name="Google Shape;4132;p48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3" name="Google Shape;4133;p48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4" name="Google Shape;4134;p48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5" name="Google Shape;4135;p48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6" name="Google Shape;4136;p48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7" name="Google Shape;4137;p48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38" name="Google Shape;4138;p48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39" name="Google Shape;4139;p48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4140" name="Google Shape;4140;p48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1" name="Google Shape;4141;p48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2" name="Google Shape;4142;p48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43" name="Google Shape;4143;p48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4144" name="Google Shape;4144;p48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5" name="Google Shape;4145;p48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6" name="Google Shape;4146;p48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7" name="Google Shape;4147;p48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8" name="Google Shape;4148;p48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9" name="Google Shape;4149;p48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0" name="Google Shape;4150;p48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1" name="Google Shape;4151;p48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4152" name="Google Shape;4152;p48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3" name="Google Shape;4153;p48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4" name="Google Shape;4154;p48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5" name="Google Shape;4155;p48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6" name="Google Shape;4156;p48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7" name="Google Shape;4157;p48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58" name="Google Shape;4158;p48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4159" name="Google Shape;4159;p48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0" name="Google Shape;4160;p48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1" name="Google Shape;4161;p48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2" name="Google Shape;4162;p48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3" name="Google Shape;4163;p48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4" name="Google Shape;4164;p48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5" name="Google Shape;4165;p48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6" name="Google Shape;4166;p48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7" name="Google Shape;4167;p48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8" name="Google Shape;4168;p48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9" name="Google Shape;4169;p48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0" name="Google Shape;4170;p48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1" name="Google Shape;4171;p48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2" name="Google Shape;4172;p48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3" name="Google Shape;4173;p48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4" name="Google Shape;4174;p48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5" name="Google Shape;4175;p48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76" name="Google Shape;4176;p48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4177" name="Google Shape;4177;p48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8" name="Google Shape;4178;p48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9" name="Google Shape;4179;p48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0" name="Google Shape;4180;p48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1" name="Google Shape;4181;p48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2" name="Google Shape;4182;p48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3" name="Google Shape;4183;p48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4" name="Google Shape;4184;p48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5" name="Google Shape;4185;p48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86" name="Google Shape;4186;p48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4187" name="Google Shape;4187;p48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8" name="Google Shape;4188;p48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9" name="Google Shape;4189;p48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0" name="Google Shape;4190;p48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1" name="Google Shape;4191;p48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192" name="Google Shape;4192;p48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4193" name="Google Shape;4193;p48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4" name="Google Shape;4194;p48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5" name="Google Shape;4195;p48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6" name="Google Shape;4196;p48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7" name="Google Shape;4197;p48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8" name="Google Shape;4198;p48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9" name="Google Shape;4199;p48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0" name="Google Shape;4200;p48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1" name="Google Shape;4201;p48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2" name="Google Shape;4202;p48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3" name="Google Shape;4203;p48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4204" name="Google Shape;4204;p48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5" name="Google Shape;4205;p48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06" name="Google Shape;4206;p48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4207" name="Google Shape;4207;p48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8" name="Google Shape;4208;p48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9" name="Google Shape;4209;p48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0" name="Google Shape;4210;p48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1" name="Google Shape;4211;p48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2" name="Google Shape;4212;p48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13" name="Google Shape;4213;p48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4" name="Google Shape;4214;p48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15" name="Google Shape;4215;p48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4216" name="Google Shape;4216;p48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7" name="Google Shape;4217;p48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8" name="Google Shape;4218;p48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9" name="Google Shape;4219;p48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0" name="Google Shape;4220;p48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1" name="Google Shape;4221;p48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22" name="Google Shape;4222;p48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4223" name="Google Shape;4223;p48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4" name="Google Shape;4224;p48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5" name="Google Shape;4225;p48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6" name="Google Shape;4226;p48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7" name="Google Shape;4227;p48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8" name="Google Shape;4228;p48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9" name="Google Shape;4229;p48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0" name="Google Shape;4230;p48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1" name="Google Shape;4231;p48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2" name="Google Shape;4232;p48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3" name="Google Shape;4233;p48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4234" name="Google Shape;4234;p48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5" name="Google Shape;4235;p48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6" name="Google Shape;4236;p48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37" name="Google Shape;4237;p48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4238" name="Google Shape;4238;p48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9" name="Google Shape;4239;p48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0" name="Google Shape;4240;p48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1" name="Google Shape;4241;p48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2" name="Google Shape;4242;p48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3" name="Google Shape;4243;p48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44" name="Google Shape;4244;p48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4245" name="Google Shape;4245;p48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6" name="Google Shape;4246;p48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7" name="Google Shape;4247;p48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8" name="Google Shape;4248;p48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9" name="Google Shape;4249;p48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0" name="Google Shape;4250;p48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1" name="Google Shape;4251;p48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52" name="Google Shape;4252;p48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4253" name="Google Shape;4253;p48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4" name="Google Shape;4254;p48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5" name="Google Shape;4255;p48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6" name="Google Shape;4256;p48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7" name="Google Shape;4257;p48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8" name="Google Shape;4258;p48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9" name="Google Shape;4259;p48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0" name="Google Shape;4260;p48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1" name="Google Shape;4261;p48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2" name="Google Shape;4262;p48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3" name="Google Shape;4263;p48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4" name="Google Shape;4264;p48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5" name="Google Shape;4265;p48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6" name="Google Shape;4266;p48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7" name="Google Shape;4267;p48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68" name="Google Shape;4268;p48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4269" name="Google Shape;4269;p48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0" name="Google Shape;4270;p48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1" name="Google Shape;4271;p48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2" name="Google Shape;4272;p48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3" name="Google Shape;4273;p48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4" name="Google Shape;4274;p48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75" name="Google Shape;4275;p48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4276" name="Google Shape;4276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7" name="Google Shape;4277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8" name="Google Shape;4278;p48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9" name="Google Shape;4279;p48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0" name="Google Shape;4280;p48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81" name="Google Shape;4281;p48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2" name="Google Shape;4282;p48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4283" name="Google Shape;4283;p48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4" name="Google Shape;4284;p48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5" name="Google Shape;4285;p48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6" name="Google Shape;4286;p48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7" name="Google Shape;4287;p48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8" name="Google Shape;4288;p48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9" name="Google Shape;4289;p48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0" name="Google Shape;4290;p48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1" name="Google Shape;4291;p48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2" name="Google Shape;4292;p48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3" name="Google Shape;4293;p48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4" name="Google Shape;4294;p48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5" name="Google Shape;4295;p48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6" name="Google Shape;4296;p48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7" name="Google Shape;4297;p48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8" name="Google Shape;4298;p48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9" name="Google Shape;4299;p48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0" name="Google Shape;4300;p48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1" name="Google Shape;4301;p48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2" name="Google Shape;4302;p48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3" name="Google Shape;4303;p48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4" name="Google Shape;4304;p48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5" name="Google Shape;4305;p48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6" name="Google Shape;4306;p48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07" name="Google Shape;4307;p48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08" name="Google Shape;4308;p48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4309" name="Google Shape;4309;p48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0" name="Google Shape;4310;p48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1" name="Google Shape;4311;p48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2" name="Google Shape;4312;p48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3" name="Google Shape;4313;p48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314" name="Google Shape;4314;p48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5" name="Google Shape;4315;p48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16" name="Google Shape;4316;p48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4317" name="Google Shape;4317;p48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8" name="Google Shape;4318;p48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9" name="Google Shape;4319;p48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0" name="Google Shape;4320;p48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21" name="Google Shape;4321;p48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4322" name="Google Shape;4322;p48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3" name="Google Shape;4323;p48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4" name="Google Shape;4324;p48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5" name="Google Shape;4325;p48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6" name="Google Shape;4326;p48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7" name="Google Shape;4327;p48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8" name="Google Shape;4328;p48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9" name="Google Shape;4329;p48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0" name="Google Shape;4330;p48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4331" name="Google Shape;4331;p48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2" name="Google Shape;4332;p48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3" name="Google Shape;4333;p48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4" name="Google Shape;4334;p48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5" name="Google Shape;4335;p48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6" name="Google Shape;4336;p48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4337" name="Google Shape;4337;p48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8" name="Google Shape;4338;p48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39" name="Google Shape;4339;p48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4340" name="Google Shape;4340;p48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1" name="Google Shape;4341;p48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2" name="Google Shape;4342;p48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3" name="Google Shape;4343;p48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4" name="Google Shape;4344;p48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48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48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48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8" name="Google Shape;4348;p48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9" name="Google Shape;4349;p48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48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48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2" name="Google Shape;4352;p48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3" name="Google Shape;4353;p48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4" name="Google Shape;4354;p48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5" name="Google Shape;4355;p48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6" name="Google Shape;4356;p48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7" name="Google Shape;4357;p48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8" name="Google Shape;4358;p48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9" name="Google Shape;4359;p48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4360" name="Google Shape;4360;p48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1" name="Google Shape;4361;p48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2" name="Google Shape;4362;p48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3" name="Google Shape;4363;p48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4" name="Google Shape;4364;p48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5" name="Google Shape;4365;p48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6" name="Google Shape;4366;p48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7" name="Google Shape;4367;p48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8" name="Google Shape;4368;p48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9" name="Google Shape;4369;p48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0" name="Google Shape;4370;p48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1" name="Google Shape;4371;p48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4372" name="Google Shape;4372;p48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3" name="Google Shape;4373;p48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74" name="Google Shape;4374;p48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4375" name="Google Shape;4375;p48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6" name="Google Shape;4376;p48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7" name="Google Shape;4377;p48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8" name="Google Shape;4378;p48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9" name="Google Shape;4379;p48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0" name="Google Shape;4380;p48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1" name="Google Shape;4381;p48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4382" name="Google Shape;4382;p48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3" name="Google Shape;4383;p48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4" name="Google Shape;4384;p48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5" name="Google Shape;4385;p48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6" name="Google Shape;4386;p48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7" name="Google Shape;4387;p48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8" name="Google Shape;4388;p48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9" name="Google Shape;4389;p48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4390" name="Google Shape;4390;p48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1" name="Google Shape;4391;p48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2" name="Google Shape;4392;p48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3" name="Google Shape;4393;p48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4" name="Google Shape;4394;p48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5" name="Google Shape;4395;p48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6" name="Google Shape;4396;p48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7" name="Google Shape;4397;p48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8" name="Google Shape;4398;p48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9" name="Google Shape;4399;p48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0" name="Google Shape;4400;p48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1" name="Google Shape;4401;p48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02" name="Google Shape;4402;p48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4403" name="Google Shape;4403;p48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4" name="Google Shape;4404;p48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5" name="Google Shape;4405;p48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6" name="Google Shape;4406;p48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7" name="Google Shape;4407;p48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8" name="Google Shape;4408;p48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9" name="Google Shape;4409;p48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0" name="Google Shape;4410;p48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1" name="Google Shape;4411;p48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2" name="Google Shape;4412;p48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3" name="Google Shape;4413;p48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4" name="Google Shape;4414;p48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5" name="Google Shape;4415;p48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6" name="Google Shape;4416;p48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7" name="Google Shape;4417;p48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8" name="Google Shape;4418;p48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9" name="Google Shape;4419;p48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0" name="Google Shape;4420;p48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1" name="Google Shape;4421;p48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2" name="Google Shape;4422;p48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3" name="Google Shape;4423;p48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4" name="Google Shape;4424;p48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5" name="Google Shape;4425;p48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26" name="Google Shape;4426;p48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27" name="Google Shape;4427;p48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4428" name="Google Shape;4428;p48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9" name="Google Shape;4429;p48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0" name="Google Shape;4430;p48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1" name="Google Shape;4431;p48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2" name="Google Shape;4432;p48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3" name="Google Shape;4433;p48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4" name="Google Shape;4434;p48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5" name="Google Shape;4435;p48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6" name="Google Shape;4436;p48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7" name="Google Shape;4437;p48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8" name="Google Shape;4438;p48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39" name="Google Shape;4439;p48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4440" name="Google Shape;4440;p48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1" name="Google Shape;4441;p48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2" name="Google Shape;4442;p48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3" name="Google Shape;4443;p48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4" name="Google Shape;4444;p48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5" name="Google Shape;4445;p48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6" name="Google Shape;4446;p48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47" name="Google Shape;4447;p48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4448" name="Google Shape;4448;p48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9" name="Google Shape;4449;p48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0" name="Google Shape;4450;p48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1" name="Google Shape;4451;p48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4452" name="Google Shape;4452;p48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3" name="Google Shape;4453;p48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4" name="Google Shape;4454;p48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5" name="Google Shape;4455;p48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6" name="Google Shape;4456;p48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7" name="Google Shape;4457;p48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8" name="Google Shape;4458;p48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59" name="Google Shape;4459;p48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4460" name="Google Shape;4460;p48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1" name="Google Shape;4461;p48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2" name="Google Shape;4462;p48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3" name="Google Shape;4463;p48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4" name="Google Shape;4464;p48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5" name="Google Shape;4465;p48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6" name="Google Shape;4466;p48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4467" name="Google Shape;4467;p48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8" name="Google Shape;4468;p48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69" name="Google Shape;4469;p48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0" name="Google Shape;4470;p48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1" name="Google Shape;4471;p48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2" name="Google Shape;4472;p48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3" name="Google Shape;4473;p48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4" name="Google Shape;4474;p48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5" name="Google Shape;4475;p48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6" name="Google Shape;4476;p48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7" name="Google Shape;4477;p48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8" name="Google Shape;4478;p48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79" name="Google Shape;4479;p48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0" name="Google Shape;4480;p48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1" name="Google Shape;4481;p48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2" name="Google Shape;4482;p48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3" name="Google Shape;4483;p48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4484" name="Google Shape;4484;p48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5" name="Google Shape;4485;p48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6" name="Google Shape;4486;p48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7" name="Google Shape;4487;p48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88" name="Google Shape;4488;p48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89" name="Google Shape;4489;p48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4490" name="Google Shape;4490;p48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1" name="Google Shape;4491;p48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2" name="Google Shape;4492;p48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3" name="Google Shape;4493;p48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4" name="Google Shape;4494;p48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4495" name="Google Shape;4495;p48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6" name="Google Shape;4496;p48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7" name="Google Shape;4497;p48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4498" name="Google Shape;4498;p48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99" name="Google Shape;4499;p48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0" name="Google Shape;4500;p48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1" name="Google Shape;4501;p48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2" name="Google Shape;4502;p48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03" name="Google Shape;4503;p48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04" name="Google Shape;4504;p48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4505" name="Google Shape;4505;p48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6" name="Google Shape;4506;p48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07" name="Google Shape;4507;p48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08" name="Google Shape;4508;p48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4509" name="Google Shape;4509;p48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0" name="Google Shape;4510;p48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1" name="Google Shape;4511;p48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2" name="Google Shape;4512;p48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3" name="Google Shape;4513;p48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4" name="Google Shape;4514;p48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5" name="Google Shape;4515;p48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6" name="Google Shape;4516;p48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17" name="Google Shape;4517;p48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18" name="Google Shape;4518;p48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4519" name="Google Shape;4519;p48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0" name="Google Shape;4520;p48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1" name="Google Shape;4521;p48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4522" name="Google Shape;4522;p48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3" name="Google Shape;4523;p48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4" name="Google Shape;4524;p48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5" name="Google Shape;4525;p48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6" name="Google Shape;4526;p48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7" name="Google Shape;4527;p48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8" name="Google Shape;4528;p48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29" name="Google Shape;4529;p48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0" name="Google Shape;4530;p48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1" name="Google Shape;4531;p48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2" name="Google Shape;4532;p48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33" name="Google Shape;4533;p48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4534" name="Google Shape;4534;p48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5" name="Google Shape;4535;p48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6" name="Google Shape;4536;p48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7" name="Google Shape;4537;p48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8" name="Google Shape;4538;p48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39" name="Google Shape;4539;p48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0" name="Google Shape;4540;p48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1" name="Google Shape;4541;p48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2" name="Google Shape;4542;p48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3" name="Google Shape;4543;p48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4" name="Google Shape;4544;p48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5" name="Google Shape;4545;p48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6" name="Google Shape;4546;p48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7" name="Google Shape;4547;p48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8" name="Google Shape;4548;p48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49" name="Google Shape;4549;p48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0" name="Google Shape;4550;p48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1" name="Google Shape;4551;p48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4552" name="Google Shape;4552;p48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3" name="Google Shape;4553;p48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4" name="Google Shape;4554;p48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5" name="Google Shape;4555;p48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6" name="Google Shape;4556;p48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57" name="Google Shape;4557;p48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4558" name="Google Shape;4558;p48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59" name="Google Shape;4559;p48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0" name="Google Shape;4560;p48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1" name="Google Shape;4561;p48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2" name="Google Shape;4562;p48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3" name="Google Shape;4563;p48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4" name="Google Shape;4564;p48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5" name="Google Shape;4565;p48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6" name="Google Shape;4566;p48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7" name="Google Shape;4567;p48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68" name="Google Shape;4568;p48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69" name="Google Shape;4569;p48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4570" name="Google Shape;4570;p48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1" name="Google Shape;4571;p48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2" name="Google Shape;4572;p48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4573" name="Google Shape;4573;p48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4" name="Google Shape;4574;p48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5" name="Google Shape;4575;p48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6" name="Google Shape;4576;p48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77" name="Google Shape;4577;p48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4578" name="Google Shape;4578;p48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79" name="Google Shape;4579;p48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0" name="Google Shape;4580;p48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1" name="Google Shape;4581;p48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2" name="Google Shape;4582;p48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3" name="Google Shape;4583;p48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4" name="Google Shape;4584;p48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5" name="Google Shape;4585;p48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6" name="Google Shape;4586;p48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7" name="Google Shape;4587;p48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8" name="Google Shape;4588;p48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9" name="Google Shape;4589;p48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0" name="Google Shape;4590;p48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1" name="Google Shape;4591;p48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4592" name="Google Shape;4592;p48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3" name="Google Shape;4593;p48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4" name="Google Shape;4594;p48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4595" name="Google Shape;4595;p48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6" name="Google Shape;4596;p48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7" name="Google Shape;4597;p48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8" name="Google Shape;4598;p48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9" name="Google Shape;4599;p48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0" name="Google Shape;4600;p48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4601" name="Google Shape;4601;p48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2" name="Google Shape;4602;p48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3" name="Google Shape;4603;p48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4" name="Google Shape;4604;p48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5" name="Google Shape;4605;p48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6" name="Google Shape;4606;p48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07" name="Google Shape;4607;p48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4608" name="Google Shape;4608;p48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9" name="Google Shape;4609;p48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0" name="Google Shape;4610;p48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1" name="Google Shape;4611;p48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2" name="Google Shape;4612;p48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3" name="Google Shape;4613;p48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4" name="Google Shape;4614;p48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5" name="Google Shape;4615;p48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6" name="Google Shape;4616;p48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17" name="Google Shape;4617;p48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4618" name="Google Shape;4618;p48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9" name="Google Shape;4619;p48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0" name="Google Shape;4620;p48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1" name="Google Shape;4621;p48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2" name="Google Shape;4622;p48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3" name="Google Shape;4623;p48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4" name="Google Shape;4624;p48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5" name="Google Shape;4625;p48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6" name="Google Shape;4626;p48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7" name="Google Shape;4627;p48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4628" name="Google Shape;4628;p48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29" name="Google Shape;4629;p48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0" name="Google Shape;4630;p48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4631" name="Google Shape;4631;p48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2" name="Google Shape;4632;p48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33" name="Google Shape;4633;p48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4" name="Google Shape;4634;p48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35" name="Google Shape;4635;p48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4636" name="Google Shape;4636;p48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37" name="Google Shape;4637;p48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38" name="Google Shape;4638;p48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4639" name="Google Shape;4639;p48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0" name="Google Shape;4640;p48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41" name="Google Shape;4641;p48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42" name="Google Shape;4642;p48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4643" name="Google Shape;4643;p48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48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9" name="Google Shape;4649;p4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4650" name="Google Shape;4650;p49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4651" name="Google Shape;4651;p49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49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49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49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49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49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57" name="Google Shape;4657;p49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4658" name="Google Shape;4658;p49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49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49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49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2" name="Google Shape;4662;p49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4663" name="Google Shape;4663;p49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49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49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6" name="Google Shape;4666;p49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4667" name="Google Shape;4667;p49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49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49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49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1" name="Google Shape;4671;p49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4672" name="Google Shape;4672;p49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49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74" name="Google Shape;4674;p49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75" name="Google Shape;4675;p49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4676" name="Google Shape;4676;p49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49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49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79" name="Google Shape;4679;p49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4680" name="Google Shape;4680;p49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49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49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3" name="Google Shape;4683;p49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84" name="Google Shape;4684;p49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4685" name="Google Shape;4685;p49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49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7" name="Google Shape;4687;p49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4688" name="Google Shape;4688;p49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49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49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91" name="Google Shape;4691;p49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2" name="Google Shape;4692;p49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93" name="Google Shape;4693;p49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4694" name="Google Shape;4694;p49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49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49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49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49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49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0" name="Google Shape;4700;p49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4701" name="Google Shape;4701;p49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49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49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49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49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6" name="Google Shape;4706;p49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4707" name="Google Shape;4707;p49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49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09" name="Google Shape;4709;p49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4710" name="Google Shape;4710;p49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49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49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49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49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5" name="Google Shape;4715;p49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4716" name="Google Shape;4716;p49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49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49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49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4720" name="Google Shape;4720;p49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49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49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3" name="Google Shape;4723;p49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4724" name="Google Shape;4724;p49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49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49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49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8" name="Google Shape;4728;p49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4729" name="Google Shape;4729;p49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30" name="Google Shape;4730;p49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4731" name="Google Shape;4731;p49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2" name="Google Shape;4732;p49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3" name="Google Shape;4733;p49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4" name="Google Shape;4734;p49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735" name="Google Shape;4735;p49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4736" name="Google Shape;4736;p49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49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49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9" name="Google Shape;4739;p49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4740" name="Google Shape;4740;p49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49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49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49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49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5" name="Google Shape;4745;p49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4746" name="Google Shape;4746;p49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49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49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49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49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49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2" name="Google Shape;4752;p49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4753" name="Google Shape;4753;p49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49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49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49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49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49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49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49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49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49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49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49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49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49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49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49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69" name="Google Shape;4769;p49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70" name="Google Shape;4770;p49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4771" name="Google Shape;4771;p49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49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49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4" name="Google Shape;4774;p49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4775" name="Google Shape;4775;p49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49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49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8" name="Google Shape;4778;p49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4779" name="Google Shape;4779;p49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49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49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82" name="Google Shape;4782;p49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3" name="Google Shape;4783;p49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4784" name="Google Shape;4784;p49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49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6" name="Google Shape;4786;p49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4787" name="Google Shape;4787;p49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49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49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90" name="Google Shape;4790;p49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91" name="Google Shape;4791;p49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4792" name="Google Shape;4792;p49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3" name="Google Shape;4793;p49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4" name="Google Shape;4794;p49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5" name="Google Shape;4795;p49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4796" name="Google Shape;4796;p49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7" name="Google Shape;4797;p49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8" name="Google Shape;4798;p49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9" name="Google Shape;4799;p49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4800" name="Google Shape;4800;p49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1" name="Google Shape;4801;p49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2" name="Google Shape;4802;p49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3" name="Google Shape;4803;p49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4804" name="Google Shape;4804;p49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5" name="Google Shape;4805;p49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6" name="Google Shape;4806;p49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7" name="Google Shape;4807;p49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8" name="Google Shape;4808;p49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09" name="Google Shape;4809;p49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0" name="Google Shape;4810;p49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1" name="Google Shape;4811;p49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2" name="Google Shape;4812;p49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3" name="Google Shape;4813;p49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4" name="Google Shape;4814;p49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5" name="Google Shape;4815;p49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6" name="Google Shape;4816;p49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7" name="Google Shape;4817;p49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8" name="Google Shape;4818;p49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19" name="Google Shape;4819;p49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0" name="Google Shape;4820;p49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1" name="Google Shape;4821;p49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2" name="Google Shape;4822;p49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3" name="Google Shape;4823;p49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4" name="Google Shape;4824;p49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4825" name="Google Shape;4825;p49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6" name="Google Shape;4826;p49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7" name="Google Shape;4827;p49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8" name="Google Shape;4828;p49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9" name="Google Shape;4829;p49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0" name="Google Shape;4830;p49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1" name="Google Shape;4831;p49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4832" name="Google Shape;4832;p49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3" name="Google Shape;4833;p49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4" name="Google Shape;4834;p49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5" name="Google Shape;4835;p49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4836" name="Google Shape;4836;p49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7" name="Google Shape;4837;p49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8" name="Google Shape;4838;p49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9" name="Google Shape;4839;p49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0" name="Google Shape;4840;p49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4841" name="Google Shape;4841;p49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2" name="Google Shape;4842;p49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43" name="Google Shape;4843;p49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4844" name="Google Shape;4844;p49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5" name="Google Shape;4845;p49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6" name="Google Shape;4846;p49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7" name="Google Shape;4847;p49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8" name="Google Shape;4848;p49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49" name="Google Shape;4849;p49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0" name="Google Shape;4850;p49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4851" name="Google Shape;4851;p49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2" name="Google Shape;4852;p49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3" name="Google Shape;4853;p49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4" name="Google Shape;4854;p49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5" name="Google Shape;4855;p49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4856" name="Google Shape;4856;p49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7" name="Google Shape;4857;p49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8" name="Google Shape;4858;p49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9" name="Google Shape;4859;p49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0" name="Google Shape;4860;p49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1" name="Google Shape;4861;p49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2" name="Google Shape;4862;p49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4863" name="Google Shape;4863;p49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4" name="Google Shape;4864;p49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65" name="Google Shape;4865;p49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6" name="Google Shape;4866;p49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7" name="Google Shape;4867;p49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49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69" name="Google Shape;4869;p49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4870" name="Google Shape;4870;p49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1" name="Google Shape;4871;p49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2" name="Google Shape;4872;p49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3" name="Google Shape;4873;p49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4" name="Google Shape;4874;p49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5" name="Google Shape;4875;p49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6" name="Google Shape;4876;p49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7" name="Google Shape;4877;p49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8" name="Google Shape;4878;p49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79" name="Google Shape;4879;p49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0" name="Google Shape;4880;p49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1" name="Google Shape;4881;p49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2" name="Google Shape;4882;p49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3" name="Google Shape;4883;p49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4" name="Google Shape;4884;p49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5" name="Google Shape;4885;p49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6" name="Google Shape;4886;p49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7" name="Google Shape;4887;p49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8" name="Google Shape;4888;p49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89" name="Google Shape;4889;p49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0" name="Google Shape;4890;p49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1" name="Google Shape;4891;p49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2" name="Google Shape;4892;p49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4893" name="Google Shape;4893;p49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4" name="Google Shape;4894;p49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5" name="Google Shape;4895;p49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6" name="Google Shape;4896;p49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7" name="Google Shape;4897;p49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8" name="Google Shape;4898;p49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99" name="Google Shape;4899;p49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0" name="Google Shape;4900;p49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1" name="Google Shape;4901;p49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2" name="Google Shape;4902;p49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3" name="Google Shape;4903;p49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4" name="Google Shape;4904;p49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05" name="Google Shape;4905;p49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0" name="Google Shape;4910;p5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11" name="Google Shape;4911;p50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2" name="Google Shape;4912;p50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4913" name="Google Shape;4913;p50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50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0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50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7" name="Google Shape;4917;p50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4918" name="Google Shape;4918;p50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0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50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50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2" name="Google Shape;4922;p50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4923" name="Google Shape;4923;p50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0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0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0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4927" name="Google Shape;4927;p50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0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0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0" name="Google Shape;4930;p50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4931" name="Google Shape;4931;p50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50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50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4" name="Google Shape;4934;p50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4935" name="Google Shape;4935;p50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0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0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8" name="Google Shape;4938;p50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4939" name="Google Shape;4939;p50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50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0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0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3" name="Google Shape;4943;p50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4944" name="Google Shape;4944;p50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50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50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0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0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50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50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0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0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0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0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4955" name="Google Shape;4955;p50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0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0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8" name="Google Shape;4958;p50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4959" name="Google Shape;4959;p50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50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0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0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50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4" name="Google Shape;4964;p50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4965" name="Google Shape;4965;p50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50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7" name="Google Shape;4967;p50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4968" name="Google Shape;4968;p50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0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0" name="Google Shape;4970;p50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4971" name="Google Shape;4971;p50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0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0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50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50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76" name="Google Shape;4976;p50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77" name="Google Shape;4977;p50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4978" name="Google Shape;4978;p50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0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0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1" name="Google Shape;4981;p50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4982" name="Google Shape;4982;p50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0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50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50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0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0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4988" name="Google Shape;4988;p50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0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0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0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0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0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0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0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0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0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50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9" name="Google Shape;4999;p50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5000" name="Google Shape;5000;p50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0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0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50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4" name="Google Shape;5004;p50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5005" name="Google Shape;5005;p50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0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0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0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0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0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0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12" name="Google Shape;5012;p50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5013" name="Google Shape;5013;p50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0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0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50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50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50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0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0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1" name="Google Shape;5021;p50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5022" name="Google Shape;5022;p50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0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0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50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50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0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0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0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0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0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0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0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50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50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6" name="Google Shape;5036;p50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5037" name="Google Shape;5037;p50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0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50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50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0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0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3" name="Google Shape;5043;p50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5044" name="Google Shape;5044;p50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50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0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0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50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50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0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0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50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50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0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0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0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50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8" name="Google Shape;5058;p50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5059" name="Google Shape;5059;p50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50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50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2" name="Google Shape;5062;p50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5063" name="Google Shape;5063;p50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50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50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0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0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68" name="Google Shape;5068;p50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5069" name="Google Shape;5069;p50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0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0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0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73" name="Google Shape;5073;p50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5074" name="Google Shape;5074;p50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0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0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0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0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0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0" name="Google Shape;5080;p50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5081" name="Google Shape;5081;p50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50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3" name="Google Shape;5083;p50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5084" name="Google Shape;5084;p50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0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0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7" name="Google Shape;5087;p50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5088" name="Google Shape;5088;p50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50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50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50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50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50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50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50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50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50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98" name="Google Shape;5098;p50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5099" name="Google Shape;5099;p50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50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1" name="Google Shape;5101;p50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02" name="Google Shape;5102;p50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5103" name="Google Shape;5103;p50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50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50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50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50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50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50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50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50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50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50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50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50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50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50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50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50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50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50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50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50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50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50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50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50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50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9" name="Google Shape;5129;p50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5130" name="Google Shape;5130;p50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50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2" name="Google Shape;5132;p50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5133" name="Google Shape;5133;p50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50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50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50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7" name="Google Shape;5137;p50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5138" name="Google Shape;5138;p50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50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0" name="Google Shape;5140;p50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5141" name="Google Shape;5141;p50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50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50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50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50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46" name="Google Shape;5146;p50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5147" name="Google Shape;5147;p50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50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50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50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1" name="Google Shape;5151;p50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52" name="Google Shape;5152;p50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5153" name="Google Shape;5153;p50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4" name="Google Shape;5154;p50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5" name="Google Shape;5155;p50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6" name="Google Shape;5156;p50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7" name="Google Shape;5157;p50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58" name="Google Shape;5158;p50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5159" name="Google Shape;5159;p50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50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50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50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50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50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50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50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67" name="Google Shape;5167;p50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5168" name="Google Shape;5168;p50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50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50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50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2" name="Google Shape;5172;p50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5173" name="Google Shape;5173;p50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5174" name="Google Shape;5174;p50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5" name="Google Shape;5175;p50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76" name="Google Shape;5176;p50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77" name="Google Shape;5177;p50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5178" name="Google Shape;5178;p50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9" name="Google Shape;5179;p50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0" name="Google Shape;5180;p50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5181" name="Google Shape;5181;p50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2" name="Google Shape;5182;p50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3" name="Google Shape;5183;p50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4" name="Google Shape;5184;p50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5" name="Google Shape;5185;p50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6" name="Google Shape;5186;p50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7" name="Google Shape;5187;p50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8" name="Google Shape;5188;p50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9" name="Google Shape;5189;p50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0" name="Google Shape;5190;p50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1" name="Google Shape;5191;p50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92" name="Google Shape;5192;p50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5193" name="Google Shape;5193;p50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4" name="Google Shape;5194;p50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5" name="Google Shape;5195;p50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6" name="Google Shape;5196;p50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7" name="Google Shape;5197;p50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8" name="Google Shape;5198;p50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9" name="Google Shape;5199;p50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0" name="Google Shape;5200;p50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1" name="Google Shape;5201;p50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2" name="Google Shape;5202;p50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3" name="Google Shape;5203;p50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4" name="Google Shape;5204;p50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5" name="Google Shape;5205;p50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6" name="Google Shape;5206;p50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7" name="Google Shape;5207;p50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8" name="Google Shape;5208;p50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9" name="Google Shape;5209;p50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0" name="Google Shape;5210;p50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1" name="Google Shape;5211;p50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2" name="Google Shape;5212;p50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3" name="Google Shape;5213;p50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5214" name="Google Shape;5214;p50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5" name="Google Shape;5215;p50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6" name="Google Shape;5216;p50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7" name="Google Shape;5217;p50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8" name="Google Shape;5218;p50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9" name="Google Shape;5219;p50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0" name="Google Shape;5220;p50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1" name="Google Shape;5221;p50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5222" name="Google Shape;5222;p50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3" name="Google Shape;5223;p50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4" name="Google Shape;5224;p50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5" name="Google Shape;5225;p50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26" name="Google Shape;5226;p50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5227" name="Google Shape;5227;p50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8" name="Google Shape;5228;p50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9" name="Google Shape;5229;p50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0" name="Google Shape;5230;p50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5231" name="Google Shape;5231;p50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2" name="Google Shape;5232;p50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3" name="Google Shape;5233;p50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4" name="Google Shape;5234;p50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5" name="Google Shape;5235;p50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5236" name="Google Shape;5236;p50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0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0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5239" name="Google Shape;5239;p50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0" name="Google Shape;5240;p50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1" name="Google Shape;5241;p50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2" name="Google Shape;5242;p50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3" name="Google Shape;5243;p50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4" name="Google Shape;5244;p50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5" name="Google Shape;5245;p50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6" name="Google Shape;5246;p50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7" name="Google Shape;5247;p50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48" name="Google Shape;5248;p50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5249" name="Google Shape;5249;p50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0" name="Google Shape;5250;p50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1" name="Google Shape;5251;p50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2" name="Google Shape;5252;p50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3" name="Google Shape;5253;p50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4" name="Google Shape;5254;p50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5" name="Google Shape;5255;p50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6" name="Google Shape;5256;p50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57" name="Google Shape;5257;p50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5258" name="Google Shape;5258;p50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9" name="Google Shape;5259;p50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0" name="Google Shape;5260;p50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1" name="Google Shape;5261;p50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5262" name="Google Shape;5262;p50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3" name="Google Shape;5263;p50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4" name="Google Shape;5264;p50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5" name="Google Shape;5265;p50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6" name="Google Shape;5266;p50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7" name="Google Shape;5267;p50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8" name="Google Shape;5268;p50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5269" name="Google Shape;5269;p50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0" name="Google Shape;5270;p50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1" name="Google Shape;5271;p50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2" name="Google Shape;5272;p50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3" name="Google Shape;5273;p50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4" name="Google Shape;5274;p50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5" name="Google Shape;5275;p50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6" name="Google Shape;5276;p50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5277" name="Google Shape;5277;p50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78" name="Google Shape;5278;p50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79" name="Google Shape;5279;p50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5280" name="Google Shape;5280;p50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50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0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50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4" name="Google Shape;5284;p50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5285" name="Google Shape;5285;p50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6" name="Google Shape;5286;p50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7" name="Google Shape;5287;p50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88" name="Google Shape;5288;p50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89" name="Google Shape;5289;p50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0" name="Google Shape;5290;p50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5291" name="Google Shape;5291;p50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92" name="Google Shape;5292;p50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3" name="Google Shape;5293;p50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5294" name="Google Shape;5294;p50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50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0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0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50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9" name="Google Shape;5299;p50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5300" name="Google Shape;5300;p50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1" name="Google Shape;5301;p50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2" name="Google Shape;5302;p50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3" name="Google Shape;5303;p50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4" name="Google Shape;5304;p50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5" name="Google Shape;5305;p50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6" name="Google Shape;5306;p50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7" name="Google Shape;5307;p50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08" name="Google Shape;5308;p50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09" name="Google Shape;5309;p50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5310" name="Google Shape;5310;p50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0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50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50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0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0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50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50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0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0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0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0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0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0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0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0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50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7" name="Google Shape;5327;p50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5328" name="Google Shape;5328;p50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29" name="Google Shape;5329;p50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0" name="Google Shape;5330;p50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5331" name="Google Shape;5331;p50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2" name="Google Shape;5332;p50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33" name="Google Shape;5333;p50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5334" name="Google Shape;5334;p50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35" name="Google Shape;5335;p50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0" name="Google Shape;5340;p5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uture Technology Trends by Slidesgo">
  <a:themeElements>
    <a:clrScheme name="Simple Light">
      <a:dk1>
        <a:srgbClr val="FFFFFF"/>
      </a:dk1>
      <a:lt1>
        <a:srgbClr val="0B0F1A"/>
      </a:lt1>
      <a:dk2>
        <a:srgbClr val="FFFFFF"/>
      </a:dk2>
      <a:lt2>
        <a:srgbClr val="2DD4BF"/>
      </a:lt2>
      <a:accent1>
        <a:srgbClr val="2DD4B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2074</Words>
  <Application>Microsoft Office PowerPoint</Application>
  <PresentationFormat>On-screen Show (16:9)</PresentationFormat>
  <Paragraphs>264</Paragraphs>
  <Slides>39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54" baseType="lpstr">
      <vt:lpstr>Unbounded Black</vt:lpstr>
      <vt:lpstr>Symbol</vt:lpstr>
      <vt:lpstr>Inter</vt:lpstr>
      <vt:lpstr>Arial</vt:lpstr>
      <vt:lpstr>Unbounded Light</vt:lpstr>
      <vt:lpstr>Calibri</vt:lpstr>
      <vt:lpstr>Courier New</vt:lpstr>
      <vt:lpstr>Unbounded ExtraBold</vt:lpstr>
      <vt:lpstr>Raleway</vt:lpstr>
      <vt:lpstr>Hanken Grotesk</vt:lpstr>
      <vt:lpstr>Times New Roman</vt:lpstr>
      <vt:lpstr>Open Sans</vt:lpstr>
      <vt:lpstr>Unbounded SemiBold</vt:lpstr>
      <vt:lpstr>Future Technology Trends by Slidesgo</vt:lpstr>
      <vt:lpstr>Slidesgo Final Pages</vt:lpstr>
      <vt:lpstr>A Comparative Study Between Traditional XAI Frameworks and 2026 Next-Gen Tools   </vt:lpstr>
      <vt:lpstr>TABLE OF CONTENTS</vt:lpstr>
      <vt:lpstr>Introduction &amp; Problem Formulation </vt:lpstr>
      <vt:lpstr>Proposed Method / Approach</vt:lpstr>
      <vt:lpstr>System Design &amp; Workflow</vt:lpstr>
      <vt:lpstr>Dataset &amp; Experimental Setup</vt:lpstr>
      <vt:lpstr>Implementation Details </vt:lpstr>
      <vt:lpstr> Result </vt:lpstr>
      <vt:lpstr>Cont..</vt:lpstr>
      <vt:lpstr>Cont..</vt:lpstr>
      <vt:lpstr>Cont..</vt:lpstr>
      <vt:lpstr>09  Disscussion </vt:lpstr>
      <vt:lpstr>09  Disscussion </vt:lpstr>
      <vt:lpstr>Cont..</vt:lpstr>
      <vt:lpstr>Thank you for lisining</vt:lpstr>
      <vt:lpstr>CONTENTS OF THIS TEMPLATES</vt:lpstr>
      <vt:lpstr>THIS IS A LONG TITLE TO CAPTIVATE THE AUDIENCE ATTENTION DURING PRESENTATION</vt:lpstr>
      <vt:lpstr>THESE ARE TWO IDEAS </vt:lpstr>
      <vt:lpstr>A picture is worth a thousand words</vt:lpstr>
      <vt:lpstr>THIS IS A TIMELINE</vt:lpstr>
      <vt:lpstr>THANK YOU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عاتكة حسين</dc:creator>
  <cp:lastModifiedBy>أنفال احمد بن حسين السحيب</cp:lastModifiedBy>
  <cp:revision>1</cp:revision>
  <dcterms:modified xsi:type="dcterms:W3CDTF">2026-05-06T03:13:59Z</dcterms:modified>
</cp:coreProperties>
</file>